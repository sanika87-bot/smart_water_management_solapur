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Lst>
  <p:notesMasterIdLst>
    <p:notesMasterId r:id="rId6"/>
  </p:notesMasterIdLst>
  <p:sldIdLst>
    <p:sldId id="256" r:id="rId4"/>
    <p:sldId id="257" r:id="rId5"/>
    <p:sldId id="258" r:id="rId7"/>
    <p:sldId id="262" r:id="rId8"/>
    <p:sldId id="263" r:id="rId9"/>
    <p:sldId id="264" r:id="rId1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4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9"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IN" sz="4400" b="0" strike="noStrike" spc="-1">
                <a:solidFill>
                  <a:srgbClr val="000000"/>
                </a:solidFill>
                <a:latin typeface="Arial" panose="020B0604020202020204"/>
              </a:rPr>
              <a:t>Click to move the slide</a:t>
            </a:r>
            <a:endParaRPr lang="en-IN" sz="4400" b="0" strike="noStrike" spc="-1">
              <a:solidFill>
                <a:srgbClr val="000000"/>
              </a:solidFill>
              <a:latin typeface="Arial" panose="020B0604020202020204"/>
            </a:endParaRP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5900" indent="-215900">
              <a:buNone/>
            </a:pPr>
            <a:r>
              <a:rPr lang="en-IN" sz="2000" b="0" strike="noStrike" spc="-1">
                <a:solidFill>
                  <a:srgbClr val="000000"/>
                </a:solidFill>
                <a:latin typeface="Arial" panose="020B0604020202020204"/>
              </a:rPr>
              <a:t>Click to edit the notes format</a:t>
            </a:r>
            <a:endParaRPr lang="en-IN" sz="2000" b="0" strike="noStrike" spc="-1">
              <a:solidFill>
                <a:srgbClr val="000000"/>
              </a:solidFill>
              <a:latin typeface="Arial" panose="020B0604020202020204"/>
            </a:endParaRPr>
          </a:p>
        </p:txBody>
      </p:sp>
      <p:sp>
        <p:nvSpPr>
          <p:cNvPr id="5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panose="02020603050405020304"/>
              </a:rPr>
              <a:t>&lt;header&gt;</a:t>
            </a:r>
            <a:endParaRPr lang="en-IN" sz="1400" b="0" strike="noStrike" spc="-1">
              <a:solidFill>
                <a:srgbClr val="000000"/>
              </a:solidFill>
              <a:latin typeface="Times New Roman" panose="02020603050405020304"/>
            </a:endParaRPr>
          </a:p>
        </p:txBody>
      </p:sp>
      <p:sp>
        <p:nvSpPr>
          <p:cNvPr id="52"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panose="02020603050405020304"/>
              </a:defRPr>
            </a:lvl1pPr>
          </a:lstStyle>
          <a:p>
            <a:pPr indent="0" algn="r">
              <a:buNone/>
            </a:pPr>
            <a:r>
              <a:rPr lang="en-IN" sz="1400" b="0" strike="noStrike" spc="-1">
                <a:solidFill>
                  <a:srgbClr val="000000"/>
                </a:solidFill>
                <a:latin typeface="Times New Roman" panose="02020603050405020304"/>
              </a:rPr>
              <a:t>&lt;date/time&gt;</a:t>
            </a:r>
            <a:endParaRPr lang="en-IN" sz="1400" b="0" strike="noStrike" spc="-1">
              <a:solidFill>
                <a:srgbClr val="000000"/>
              </a:solidFill>
              <a:latin typeface="Times New Roman" panose="02020603050405020304"/>
            </a:endParaRPr>
          </a:p>
        </p:txBody>
      </p:sp>
      <p:sp>
        <p:nvSpPr>
          <p:cNvPr id="53"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panose="02020603050405020304"/>
              </a:defRPr>
            </a:lvl1pPr>
          </a:lstStyle>
          <a:p>
            <a:pPr indent="0">
              <a:buNone/>
            </a:pPr>
            <a:r>
              <a:rPr lang="en-IN" sz="1400" b="0" strike="noStrike" spc="-1">
                <a:solidFill>
                  <a:srgbClr val="000000"/>
                </a:solidFill>
                <a:latin typeface="Times New Roman" panose="02020603050405020304"/>
              </a:rPr>
              <a:t>&lt;footer&gt;</a:t>
            </a:r>
            <a:endParaRPr lang="en-IN" sz="1400" b="0" strike="noStrike" spc="-1">
              <a:solidFill>
                <a:srgbClr val="000000"/>
              </a:solidFill>
              <a:latin typeface="Times New Roman" panose="02020603050405020304"/>
            </a:endParaRPr>
          </a:p>
        </p:txBody>
      </p:sp>
      <p:sp>
        <p:nvSpPr>
          <p:cNvPr id="54"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panose="02020603050405020304"/>
              </a:defRPr>
            </a:lvl1pPr>
          </a:lstStyle>
          <a:p>
            <a:pPr indent="0" algn="r">
              <a:buNone/>
            </a:pPr>
            <a:fld id="{3BB596B0-BA26-4D81-B002-BB0589CA1A47}" type="slidenum">
              <a:rPr lang="en-IN" sz="1400" b="0" strike="noStrike" spc="-1">
                <a:solidFill>
                  <a:srgbClr val="000000"/>
                </a:solidFill>
                <a:latin typeface="Times New Roman" panose="02020603050405020304"/>
              </a:rPr>
            </a:fld>
            <a:endParaRPr lang="en-IN" sz="14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noRot="1" noChangeAspect="1"/>
          </p:cNvSpPr>
          <p:nvPr>
            <p:ph type="sldImg"/>
          </p:nvPr>
        </p:nvSpPr>
        <p:spPr>
          <a:xfrm>
            <a:off x="381000" y="685800"/>
            <a:ext cx="6094413" cy="3429000"/>
          </a:xfrm>
          <a:prstGeom prst="rect">
            <a:avLst/>
          </a:prstGeom>
          <a:ln w="0">
            <a:noFill/>
          </a:ln>
        </p:spPr>
        <p:txBody>
          <a:bodyPr/>
          <a:lstStyle/>
          <a:p>
            <a:endParaRPr lang="en-IN"/>
          </a:p>
        </p:txBody>
      </p:sp>
      <p:sp>
        <p:nvSpPr>
          <p:cNvPr id="106"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marL="215900" indent="-215900">
              <a:buNone/>
            </a:pPr>
            <a:endParaRPr lang="en-IN" sz="1800" b="0" strike="noStrike" spc="-1">
              <a:solidFill>
                <a:srgbClr val="000000"/>
              </a:solidFill>
              <a:latin typeface="Arial" panose="020B0604020202020204"/>
            </a:endParaRPr>
          </a:p>
        </p:txBody>
      </p:sp>
      <p:sp>
        <p:nvSpPr>
          <p:cNvPr id="107" name="PlaceHolder 3"/>
          <p:cNvSpPr>
            <a:spLocks noGrp="1"/>
          </p:cNvSpPr>
          <p:nvPr>
            <p:ph type="sldNum" idx="43"/>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strike="noStrike" spc="-1">
                <a:solidFill>
                  <a:srgbClr val="000000"/>
                </a:solidFill>
                <a:latin typeface="Times New Roman" panose="02020603050405020304"/>
              </a:defRPr>
            </a:lvl1pPr>
          </a:lstStyle>
          <a:p>
            <a:pPr indent="0" algn="r">
              <a:lnSpc>
                <a:spcPct val="100000"/>
              </a:lnSpc>
              <a:buNone/>
              <a:tabLst>
                <a:tab pos="0" algn="l"/>
              </a:tabLst>
            </a:pPr>
            <a:fld id="{06C170FC-9F21-43DD-A814-2A37216E1A43}" type="slidenum">
              <a:rPr lang="en-US" sz="1200" b="0" strike="noStrike" spc="-1">
                <a:solidFill>
                  <a:srgbClr val="000000"/>
                </a:solidFill>
                <a:latin typeface="Times New Roman" panose="02020603050405020304"/>
              </a:rPr>
            </a:fld>
            <a:endParaRPr lang="en-IN" sz="1200" b="0" strike="noStrike" spc="-1">
              <a:solidFill>
                <a:srgbClr val="000000"/>
              </a:solidFill>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noRot="1" noChangeAspect="1"/>
          </p:cNvSpPr>
          <p:nvPr>
            <p:ph type="sldImg"/>
          </p:nvPr>
        </p:nvSpPr>
        <p:spPr>
          <a:xfrm>
            <a:off x="381000" y="685800"/>
            <a:ext cx="6094413" cy="3429000"/>
          </a:xfrm>
          <a:prstGeom prst="rect">
            <a:avLst/>
          </a:prstGeom>
          <a:ln w="0">
            <a:noFill/>
          </a:ln>
        </p:spPr>
        <p:txBody>
          <a:bodyPr/>
          <a:lstStyle/>
          <a:p>
            <a:endParaRPr lang="en-IN"/>
          </a:p>
        </p:txBody>
      </p:sp>
      <p:sp>
        <p:nvSpPr>
          <p:cNvPr id="109"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marL="215900" indent="-215900">
              <a:buNone/>
            </a:pPr>
            <a:endParaRPr lang="en-IN" sz="1800" b="0" strike="noStrike" spc="-1">
              <a:solidFill>
                <a:srgbClr val="000000"/>
              </a:solidFill>
              <a:latin typeface="Arial" panose="020B0604020202020204"/>
            </a:endParaRPr>
          </a:p>
        </p:txBody>
      </p:sp>
      <p:sp>
        <p:nvSpPr>
          <p:cNvPr id="110" name="PlaceHolder 3"/>
          <p:cNvSpPr>
            <a:spLocks noGrp="1"/>
          </p:cNvSpPr>
          <p:nvPr>
            <p:ph type="sldNum" idx="44"/>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a:lnSpc>
                <a:spcPct val="100000"/>
              </a:lnSpc>
              <a:buNone/>
              <a:tabLst>
                <a:tab pos="0" algn="l"/>
              </a:tabLst>
              <a:defRPr lang="en-US" sz="1200" b="0" strike="noStrike" spc="-1">
                <a:solidFill>
                  <a:srgbClr val="000000"/>
                </a:solidFill>
                <a:latin typeface="Times New Roman" panose="02020603050405020304"/>
              </a:defRPr>
            </a:lvl1pPr>
          </a:lstStyle>
          <a:p>
            <a:pPr indent="0" algn="r">
              <a:lnSpc>
                <a:spcPct val="100000"/>
              </a:lnSpc>
              <a:buNone/>
              <a:tabLst>
                <a:tab pos="0" algn="l"/>
              </a:tabLst>
            </a:pPr>
            <a:fld id="{A7B6A7EF-AEA4-444B-8853-25F8CA8C2E25}" type="slidenum">
              <a:rPr lang="en-US" sz="1200" b="0" strike="noStrike" spc="-1">
                <a:solidFill>
                  <a:srgbClr val="000000"/>
                </a:solidFill>
                <a:latin typeface="Times New Roman" panose="02020603050405020304"/>
              </a:rPr>
            </a:fld>
            <a:endParaRPr lang="en-IN" sz="1200" b="0" strike="noStrike" spc="-1">
              <a:solidFill>
                <a:srgbClr val="000000"/>
              </a:solidFill>
              <a:latin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noRot="1" noChangeAspect="1"/>
          </p:cNvSpPr>
          <p:nvPr>
            <p:ph type="sldImg"/>
          </p:nvPr>
        </p:nvSpPr>
        <p:spPr>
          <a:xfrm>
            <a:off x="381000" y="685800"/>
            <a:ext cx="6094413" cy="3429000"/>
          </a:xfrm>
          <a:prstGeom prst="rect">
            <a:avLst/>
          </a:prstGeom>
          <a:ln w="0">
            <a:noFill/>
          </a:ln>
        </p:spPr>
        <p:txBody>
          <a:bodyPr/>
          <a:lstStyle/>
          <a:p>
            <a:endParaRPr lang="en-IN"/>
          </a:p>
        </p:txBody>
      </p:sp>
      <p:sp>
        <p:nvSpPr>
          <p:cNvPr id="112"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marL="215900" indent="-215900">
              <a:buNone/>
            </a:pPr>
            <a:endParaRPr lang="en-IN" sz="1800" b="0" strike="noStrike" spc="-1" dirty="0">
              <a:solidFill>
                <a:srgbClr val="000000"/>
              </a:solidFill>
              <a:latin typeface="Arial" panose="020B0604020202020204"/>
            </a:endParaRPr>
          </a:p>
        </p:txBody>
      </p:sp>
      <p:sp>
        <p:nvSpPr>
          <p:cNvPr id="113" name="PlaceHolder 3"/>
          <p:cNvSpPr>
            <a:spLocks noGrp="1"/>
          </p:cNvSpPr>
          <p:nvPr>
            <p:ph type="sldNum" idx="45"/>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strike="noStrike" spc="-1">
                <a:solidFill>
                  <a:srgbClr val="000000"/>
                </a:solidFill>
                <a:latin typeface="Calibri" panose="020F0502020204030204"/>
                <a:ea typeface="MS PGothic" panose="020B0600070205080204" charset="-128"/>
              </a:defRPr>
            </a:lvl1pPr>
          </a:lstStyle>
          <a:p>
            <a:pPr indent="0" algn="r" defTabSz="457200">
              <a:lnSpc>
                <a:spcPct val="100000"/>
              </a:lnSpc>
              <a:buNone/>
              <a:tabLst>
                <a:tab pos="0" algn="l"/>
              </a:tabLst>
            </a:pPr>
            <a:fld id="{A65E3A4B-81C9-47EF-8083-AAAA5FE497FC}" type="slidenum">
              <a:rPr lang="en-US" sz="1200" b="0" strike="noStrike" spc="-1">
                <a:solidFill>
                  <a:srgbClr val="000000"/>
                </a:solidFill>
                <a:latin typeface="Calibri" panose="020F0502020204030204"/>
                <a:ea typeface="MS PGothic" panose="020B0600070205080204" charset="-128"/>
              </a:rPr>
            </a:fld>
            <a:endParaRPr lang="en-IN" sz="1200" b="0" strike="noStrike" spc="-1">
              <a:solidFill>
                <a:srgbClr val="000000"/>
              </a:solidFill>
              <a:latin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noRot="1" noChangeAspect="1"/>
          </p:cNvSpPr>
          <p:nvPr>
            <p:ph type="sldImg"/>
          </p:nvPr>
        </p:nvSpPr>
        <p:spPr>
          <a:xfrm>
            <a:off x="381000" y="685800"/>
            <a:ext cx="6094413" cy="3429000"/>
          </a:xfrm>
          <a:prstGeom prst="rect">
            <a:avLst/>
          </a:prstGeom>
          <a:ln w="0">
            <a:noFill/>
          </a:ln>
        </p:spPr>
        <p:txBody>
          <a:bodyPr/>
          <a:lstStyle/>
          <a:p>
            <a:endParaRPr lang="en-IN"/>
          </a:p>
        </p:txBody>
      </p:sp>
      <p:sp>
        <p:nvSpPr>
          <p:cNvPr id="118" name="PlaceHolder 2"/>
          <p:cNvSpPr>
            <a:spLocks noGrp="1"/>
          </p:cNvSpPr>
          <p:nvPr>
            <p:ph type="body"/>
          </p:nvPr>
        </p:nvSpPr>
        <p:spPr>
          <a:xfrm>
            <a:off x="685800" y="4343400"/>
            <a:ext cx="5485680" cy="4114080"/>
          </a:xfrm>
          <a:prstGeom prst="rect">
            <a:avLst/>
          </a:prstGeom>
          <a:noFill/>
          <a:ln w="0">
            <a:noFill/>
          </a:ln>
        </p:spPr>
        <p:txBody>
          <a:bodyPr lIns="91440" tIns="45720" rIns="91440" bIns="45720" numCol="1" spcCol="0" anchor="t">
            <a:noAutofit/>
          </a:bodyPr>
          <a:lstStyle/>
          <a:p>
            <a:pPr marL="215900" indent="-215900">
              <a:buNone/>
            </a:pPr>
            <a:endParaRPr lang="en-IN" sz="1800" b="0" strike="noStrike" spc="-1">
              <a:solidFill>
                <a:srgbClr val="000000"/>
              </a:solidFill>
              <a:latin typeface="Arial" panose="020B0604020202020204"/>
            </a:endParaRPr>
          </a:p>
        </p:txBody>
      </p:sp>
      <p:sp>
        <p:nvSpPr>
          <p:cNvPr id="119" name="PlaceHolder 3"/>
          <p:cNvSpPr>
            <a:spLocks noGrp="1"/>
          </p:cNvSpPr>
          <p:nvPr>
            <p:ph type="sldNum" idx="47"/>
          </p:nvPr>
        </p:nvSpPr>
        <p:spPr>
          <a:xfrm>
            <a:off x="3884760" y="8685360"/>
            <a:ext cx="2971080" cy="456480"/>
          </a:xfrm>
          <a:prstGeom prst="rect">
            <a:avLst/>
          </a:prstGeom>
          <a:noFill/>
          <a:ln w="0">
            <a:noFill/>
          </a:ln>
        </p:spPr>
        <p:txBody>
          <a:bodyPr lIns="91440" tIns="45720" rIns="91440" bIns="45720" numCol="1" spcCol="0" anchor="b">
            <a:noAutofit/>
          </a:bodyPr>
          <a:lstStyle>
            <a:lvl1pPr indent="0" algn="r" defTabSz="457200">
              <a:lnSpc>
                <a:spcPct val="100000"/>
              </a:lnSpc>
              <a:buNone/>
              <a:tabLst>
                <a:tab pos="0" algn="l"/>
              </a:tabLst>
              <a:defRPr lang="en-US" sz="1200" b="0" strike="noStrike" spc="-1">
                <a:solidFill>
                  <a:srgbClr val="000000"/>
                </a:solidFill>
                <a:latin typeface="Calibri" panose="020F0502020204030204"/>
                <a:ea typeface="MS PGothic" panose="020B0600070205080204" charset="-128"/>
              </a:defRPr>
            </a:lvl1pPr>
          </a:lstStyle>
          <a:p>
            <a:pPr indent="0" algn="r" defTabSz="457200">
              <a:lnSpc>
                <a:spcPct val="100000"/>
              </a:lnSpc>
              <a:buNone/>
              <a:tabLst>
                <a:tab pos="0" algn="l"/>
              </a:tabLst>
            </a:pPr>
            <a:fld id="{81C4B774-49A7-4820-8658-4853F4CDBC13}" type="slidenum">
              <a:rPr lang="en-US" sz="1200" b="0" strike="noStrike" spc="-1">
                <a:solidFill>
                  <a:srgbClr val="000000"/>
                </a:solidFill>
                <a:latin typeface="Calibri" panose="020F0502020204030204"/>
                <a:ea typeface="MS PGothic" panose="020B0600070205080204" charset="-128"/>
              </a:rPr>
            </a:fld>
            <a:endParaRPr lang="en-IN" sz="1200" b="0" strike="noStrike" spc="-1">
              <a:solidFill>
                <a:srgbClr val="000000"/>
              </a:solidFill>
              <a:latin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47520"/>
            <a:ext cx="10972080" cy="114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panose="020B0604020202020204"/>
            </a:endParaRPr>
          </a:p>
        </p:txBody>
      </p:sp>
      <p:sp>
        <p:nvSpPr>
          <p:cNvPr id="6" name="PlaceHolder 2"/>
          <p:cNvSpPr>
            <a:spLocks noGrp="1"/>
          </p:cNvSpPr>
          <p:nvPr>
            <p:ph type="subTitle"/>
          </p:nvPr>
        </p:nvSpPr>
        <p:spPr>
          <a:xfrm>
            <a:off x="609480" y="1095480"/>
            <a:ext cx="10972080" cy="502992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panose="020B0604020202020204"/>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8E43D709-9438-4E06-9555-263A089F8E2E}" type="slidenum">
              <a:rPr/>
            </a:fld>
            <a:endParaRPr/>
          </a:p>
        </p:txBody>
      </p:sp>
      <p:sp>
        <p:nvSpPr>
          <p:cNvPr id="3" name="PlaceHolder 5"/>
          <p:cNvSpPr>
            <a:spLocks noGrp="1"/>
          </p:cNvSpPr>
          <p:nvPr>
            <p:ph type="dt" idx="3"/>
          </p:nvPr>
        </p:nvSpPr>
        <p:spPr/>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47520"/>
            <a:ext cx="10972080" cy="114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panose="020B0604020202020204"/>
            </a:endParaRPr>
          </a:p>
        </p:txBody>
      </p:sp>
      <p:sp>
        <p:nvSpPr>
          <p:cNvPr id="19" name="PlaceHolder 2"/>
          <p:cNvSpPr>
            <a:spLocks noGrp="1"/>
          </p:cNvSpPr>
          <p:nvPr>
            <p:ph/>
          </p:nvPr>
        </p:nvSpPr>
        <p:spPr>
          <a:xfrm>
            <a:off x="609480" y="1095480"/>
            <a:ext cx="10972080" cy="5029920"/>
          </a:xfrm>
          <a:prstGeom prst="rect">
            <a:avLst/>
          </a:prstGeom>
          <a:noFill/>
          <a:ln w="0">
            <a:noFill/>
          </a:ln>
        </p:spPr>
        <p:txBody>
          <a:bodyPr lIns="0" tIns="0" rIns="0" bIns="0" anchor="t">
            <a:normAutofit/>
          </a:bodyPr>
          <a:lstStyle/>
          <a:p>
            <a:pPr indent="0">
              <a:spcBef>
                <a:spcPts val="1415"/>
              </a:spcBef>
              <a:buNone/>
            </a:pPr>
            <a:endParaRPr lang="en-IN" sz="3200" b="0" strike="noStrike" spc="-1">
              <a:solidFill>
                <a:srgbClr val="000000"/>
              </a:solidFill>
              <a:latin typeface="Arial" panose="020B0604020202020204"/>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330A4CCE-CA8D-4F95-B031-78B720E2EAF9}" type="slidenum">
              <a:rPr/>
            </a:fld>
            <a:endParaRPr/>
          </a:p>
        </p:txBody>
      </p:sp>
      <p:sp>
        <p:nvSpPr>
          <p:cNvPr id="6" name="PlaceHolder 5"/>
          <p:cNvSpPr>
            <a:spLocks noGrp="1"/>
          </p:cNvSpPr>
          <p:nvPr>
            <p:ph type="dt" idx="12"/>
          </p:nvPr>
        </p:nvSpPr>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F02EAFE-2916-497E-AEA2-DE7A124B816D}"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15E8AD-8CEA-49F8-9B3E-E9BEAB5F4D48}"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47520"/>
            <a:ext cx="10972080" cy="1142280"/>
          </a:xfrm>
          <a:prstGeom prst="rect">
            <a:avLst/>
          </a:prstGeom>
          <a:noFill/>
          <a:ln w="0">
            <a:noFill/>
          </a:ln>
        </p:spPr>
        <p:txBody>
          <a:bodyPr lIns="0" tIns="0" rIns="0" bIns="0" numCol="1" spcCol="0" anchor="ctr">
            <a:noAutofit/>
          </a:bodyPr>
          <a:lstStyle/>
          <a:p>
            <a:pPr indent="0">
              <a:buNone/>
            </a:pPr>
            <a:r>
              <a:rPr lang="en-IN" sz="1800" b="0" strike="noStrike" spc="-1">
                <a:solidFill>
                  <a:srgbClr val="000000"/>
                </a:solidFill>
                <a:latin typeface="Arial" panose="020B0604020202020204"/>
              </a:rPr>
              <a:t>Click to edit the title text format</a:t>
            </a:r>
            <a:endParaRPr lang="en-IN" sz="1800" b="0" strike="noStrike" spc="-1">
              <a:solidFill>
                <a:srgbClr val="000000"/>
              </a:solidFill>
              <a:latin typeface="Arial" panose="020B0604020202020204"/>
            </a:endParaRPr>
          </a:p>
        </p:txBody>
      </p:sp>
      <p:sp>
        <p:nvSpPr>
          <p:cNvPr id="2" name="PlaceHolder 2"/>
          <p:cNvSpPr>
            <a:spLocks noGrp="1"/>
          </p:cNvSpPr>
          <p:nvPr>
            <p:ph type="ftr" idx="1"/>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chemeClr val="dk1">
                    <a:tint val="75000"/>
                  </a:schemeClr>
                </a:solidFill>
                <a:latin typeface="TradeGothic"/>
              </a:defRPr>
            </a:lvl1pPr>
          </a:lstStyle>
          <a:p>
            <a:pPr indent="0" algn="ctr" defTabSz="457200">
              <a:lnSpc>
                <a:spcPct val="100000"/>
              </a:lnSpc>
              <a:buNone/>
              <a:tabLst>
                <a:tab pos="0" algn="l"/>
              </a:tabLst>
            </a:pPr>
            <a:r>
              <a:rPr lang="en-US" sz="1200" b="0" strike="noStrike" spc="-1">
                <a:solidFill>
                  <a:schemeClr val="dk1">
                    <a:tint val="75000"/>
                  </a:schemeClr>
                </a:solidFill>
                <a:latin typeface="TradeGothic"/>
              </a:rPr>
              <a:t>&lt;footer&gt;</a:t>
            </a:r>
            <a:endParaRPr lang="en-IN" sz="1200" b="0" strike="noStrike" spc="-1">
              <a:solidFill>
                <a:srgbClr val="000000"/>
              </a:solidFill>
              <a:latin typeface="Times New Roman" panose="02020603050405020304"/>
            </a:endParaRPr>
          </a:p>
        </p:txBody>
      </p:sp>
      <p:sp>
        <p:nvSpPr>
          <p:cNvPr id="3" name="PlaceHolder 3"/>
          <p:cNvSpPr>
            <a:spLocks noGrp="1"/>
          </p:cNvSpPr>
          <p:nvPr>
            <p:ph type="sldNum" idx="2"/>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strike="noStrike" spc="-1">
                <a:solidFill>
                  <a:srgbClr val="898989"/>
                </a:solidFill>
                <a:latin typeface="TradeGothic"/>
                <a:ea typeface="MS PGothic" panose="020B0600070205080204" charset="-128"/>
              </a:defRPr>
            </a:lvl1pPr>
          </a:lstStyle>
          <a:p>
            <a:pPr indent="0" algn="r" defTabSz="457200">
              <a:lnSpc>
                <a:spcPct val="100000"/>
              </a:lnSpc>
              <a:buNone/>
              <a:tabLst>
                <a:tab pos="0" algn="l"/>
              </a:tabLst>
            </a:pPr>
            <a:fld id="{7176F86A-54A0-4A0A-9141-F1129B62A1C1}" type="slidenum">
              <a:rPr lang="en-US" sz="1200" b="0" strike="noStrike" spc="-1">
                <a:solidFill>
                  <a:srgbClr val="898989"/>
                </a:solidFill>
                <a:latin typeface="TradeGothic"/>
                <a:ea typeface="MS PGothic" panose="020B0600070205080204" charset="-128"/>
              </a:rPr>
            </a:fld>
            <a:endParaRPr lang="en-IN" sz="1200" b="0" strike="noStrike" spc="-1">
              <a:solidFill>
                <a:srgbClr val="000000"/>
              </a:solidFill>
              <a:latin typeface="Times New Roman" panose="02020603050405020304"/>
            </a:endParaRPr>
          </a:p>
        </p:txBody>
      </p:sp>
      <p:sp>
        <p:nvSpPr>
          <p:cNvPr id="4" name="PlaceHolder 4"/>
          <p:cNvSpPr>
            <a:spLocks noGrp="1"/>
          </p:cNvSpPr>
          <p:nvPr>
            <p:ph type="dt" idx="3"/>
          </p:nvPr>
        </p:nvSpPr>
        <p:spPr>
          <a:xfrm>
            <a:off x="609480" y="6356520"/>
            <a:ext cx="2844000" cy="364320"/>
          </a:xfrm>
          <a:prstGeom prst="rect">
            <a:avLst/>
          </a:prstGeom>
          <a:noFill/>
          <a:ln w="0">
            <a:noFill/>
          </a:ln>
        </p:spPr>
        <p:txBody>
          <a:bodyPr lIns="91440" tIns="45720" rIns="91440" bIns="45720" numCol="1" spcCol="0" anchor="ctr">
            <a:noAutofit/>
          </a:bodyPr>
          <a:lstStyle>
            <a:lvl1pPr indent="0">
              <a:buNone/>
              <a:defRPr lang="en-IN" sz="1400" b="0" strike="noStrike" spc="-1">
                <a:solidFill>
                  <a:srgbClr val="000000"/>
                </a:solidFill>
                <a:latin typeface="Times New Roman" panose="02020603050405020304"/>
              </a:defRPr>
            </a:lvl1pPr>
          </a:lstStyle>
          <a:p>
            <a:pPr indent="0">
              <a:buNone/>
            </a:pPr>
            <a:r>
              <a:rPr lang="en-IN" sz="1400" b="0" strike="noStrike" spc="-1">
                <a:solidFill>
                  <a:srgbClr val="000000"/>
                </a:solidFill>
                <a:latin typeface="Times New Roman" panose="02020603050405020304"/>
              </a:rPr>
              <a:t>&lt;date/time&gt;</a:t>
            </a:r>
            <a:endParaRPr lang="en-IN" sz="1400" b="0" strike="noStrike" spc="-1">
              <a:solidFill>
                <a:srgbClr val="000000"/>
              </a:solidFill>
              <a:latin typeface="Times New Roman" panose="02020603050405020304"/>
            </a:endParaRP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IN" sz="3200" b="0" strike="noStrike" spc="-1">
                <a:solidFill>
                  <a:srgbClr val="000000"/>
                </a:solidFill>
                <a:latin typeface="Arial" panose="020B0604020202020204"/>
              </a:rPr>
              <a:t>Click to edit the outline text format</a:t>
            </a:r>
            <a:endParaRPr lang="en-IN" sz="32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en-IN" sz="2800" b="0" strike="noStrike" spc="-1">
                <a:solidFill>
                  <a:srgbClr val="000000"/>
                </a:solidFill>
                <a:latin typeface="Arial" panose="020B0604020202020204"/>
              </a:rPr>
              <a:t>Second Outline Level</a:t>
            </a:r>
            <a:endParaRPr lang="en-IN" sz="2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IN" sz="2400" b="0" strike="noStrike" spc="-1">
                <a:solidFill>
                  <a:srgbClr val="000000"/>
                </a:solidFill>
                <a:latin typeface="Arial" panose="020B0604020202020204"/>
              </a:rPr>
              <a:t>Third Outline Level</a:t>
            </a:r>
            <a:endParaRPr lang="en-IN" sz="2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en-IN" sz="2000" b="0" strike="noStrike" spc="-1">
                <a:solidFill>
                  <a:srgbClr val="000000"/>
                </a:solidFill>
                <a:latin typeface="Arial" panose="020B0604020202020204"/>
              </a:rPr>
              <a:t>Fourth Outline Level</a:t>
            </a:r>
            <a:endParaRPr lang="en-IN" sz="20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IN" sz="2000" b="0" strike="noStrike" spc="-1">
                <a:solidFill>
                  <a:srgbClr val="000000"/>
                </a:solidFill>
                <a:latin typeface="Arial" panose="020B0604020202020204"/>
              </a:rPr>
              <a:t>Fifth Outline Level</a:t>
            </a:r>
            <a:endParaRPr lang="en-IN"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IN" sz="2000" b="0" strike="noStrike" spc="-1">
                <a:solidFill>
                  <a:srgbClr val="000000"/>
                </a:solidFill>
                <a:latin typeface="Arial" panose="020B0604020202020204"/>
              </a:rPr>
              <a:t>Sixth Outline Level</a:t>
            </a:r>
            <a:endParaRPr lang="en-IN"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IN" sz="2000" b="0" strike="noStrike" spc="-1">
                <a:solidFill>
                  <a:srgbClr val="000000"/>
                </a:solidFill>
                <a:latin typeface="Arial" panose="020B0604020202020204"/>
              </a:rPr>
              <a:t>Seventh Outline Level</a:t>
            </a:r>
            <a:endParaRPr lang="en-IN"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47520"/>
            <a:ext cx="10972080" cy="1142280"/>
          </a:xfrm>
          <a:prstGeom prst="rect">
            <a:avLst/>
          </a:prstGeom>
          <a:noFill/>
          <a:ln w="0">
            <a:noFill/>
          </a:ln>
        </p:spPr>
        <p:txBody>
          <a:bodyPr lIns="0" tIns="0" rIns="0" bIns="0" numCol="1" spcCol="0" anchor="ctr">
            <a:noAutofit/>
          </a:bodyPr>
          <a:lstStyle/>
          <a:p>
            <a:pPr indent="0">
              <a:buNone/>
            </a:pPr>
            <a:r>
              <a:rPr lang="en-IN" sz="1800" b="0" strike="noStrike" spc="-1">
                <a:solidFill>
                  <a:srgbClr val="000000"/>
                </a:solidFill>
                <a:latin typeface="Arial" panose="020B0604020202020204"/>
              </a:rPr>
              <a:t>Click to edit the title text format</a:t>
            </a:r>
            <a:endParaRPr lang="en-IN" sz="1800" b="0" strike="noStrike" spc="-1">
              <a:solidFill>
                <a:srgbClr val="000000"/>
              </a:solidFill>
              <a:latin typeface="Arial" panose="020B0604020202020204"/>
            </a:endParaRPr>
          </a:p>
        </p:txBody>
      </p:sp>
      <p:sp>
        <p:nvSpPr>
          <p:cNvPr id="14" name="PlaceHolder 2"/>
          <p:cNvSpPr>
            <a:spLocks noGrp="1"/>
          </p:cNvSpPr>
          <p:nvPr>
            <p:ph type="body"/>
          </p:nvPr>
        </p:nvSpPr>
        <p:spPr>
          <a:xfrm>
            <a:off x="609480" y="1095480"/>
            <a:ext cx="10972080" cy="5029920"/>
          </a:xfrm>
          <a:prstGeom prst="rect">
            <a:avLst/>
          </a:prstGeom>
          <a:noFill/>
          <a:ln w="0">
            <a:noFill/>
          </a:ln>
        </p:spPr>
        <p:txBody>
          <a:bodyPr lIns="0" tIns="0" rIns="0" bIns="0" numCol="1" spcCol="0" anchor="t">
            <a:normAutofit/>
          </a:bodyPr>
          <a:lstStyle/>
          <a:p>
            <a:pPr marL="431800" indent="-323850">
              <a:spcBef>
                <a:spcPts val="1415"/>
              </a:spcBef>
              <a:buClr>
                <a:srgbClr val="000000"/>
              </a:buClr>
              <a:buSzPct val="45000"/>
              <a:buFont typeface="Wingdings" panose="05000000000000000000" pitchFamily="2" charset="2"/>
              <a:buChar char=""/>
            </a:pPr>
            <a:r>
              <a:rPr lang="en-IN" sz="1800" b="0" strike="noStrike" spc="-1">
                <a:solidFill>
                  <a:srgbClr val="000000"/>
                </a:solidFill>
                <a:latin typeface="Arial" panose="020B0604020202020204"/>
              </a:rPr>
              <a:t>Click to edit the outline text format</a:t>
            </a:r>
            <a:endParaRPr lang="en-IN" sz="18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en-IN" sz="1800" b="0" strike="noStrike" spc="-1">
                <a:solidFill>
                  <a:srgbClr val="000000"/>
                </a:solidFill>
                <a:latin typeface="Arial" panose="020B0604020202020204"/>
              </a:rPr>
              <a:t>Second Outline Level</a:t>
            </a:r>
            <a:endParaRPr lang="en-IN" sz="1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IN" sz="1800" b="0" strike="noStrike" spc="-1">
                <a:solidFill>
                  <a:srgbClr val="000000"/>
                </a:solidFill>
                <a:latin typeface="Arial" panose="020B0604020202020204"/>
              </a:rPr>
              <a:t>Third Outline Level</a:t>
            </a:r>
            <a:endParaRPr lang="en-IN" sz="18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en-IN" sz="1800" b="0" strike="noStrike" spc="-1">
                <a:solidFill>
                  <a:srgbClr val="000000"/>
                </a:solidFill>
                <a:latin typeface="Arial" panose="020B0604020202020204"/>
              </a:rPr>
              <a:t>Fourth Outline Level</a:t>
            </a:r>
            <a:endParaRPr lang="en-IN" sz="18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IN" sz="1800" b="0" strike="noStrike" spc="-1">
                <a:solidFill>
                  <a:srgbClr val="000000"/>
                </a:solidFill>
                <a:latin typeface="Arial" panose="020B0604020202020204"/>
              </a:rPr>
              <a:t>Fifth Outline Level</a:t>
            </a:r>
            <a:endParaRPr lang="en-IN" sz="18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IN" sz="1800" b="0" strike="noStrike" spc="-1">
                <a:solidFill>
                  <a:srgbClr val="000000"/>
                </a:solidFill>
                <a:latin typeface="Arial" panose="020B0604020202020204"/>
              </a:rPr>
              <a:t>Sixth Outline Level</a:t>
            </a:r>
            <a:endParaRPr lang="en-IN" sz="18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IN" sz="1800" b="0" strike="noStrike" spc="-1">
                <a:solidFill>
                  <a:srgbClr val="000000"/>
                </a:solidFill>
                <a:latin typeface="Arial" panose="020B0604020202020204"/>
              </a:rPr>
              <a:t>Seventh Outline Level</a:t>
            </a:r>
            <a:endParaRPr lang="en-IN" sz="1800" b="0" strike="noStrike" spc="-1">
              <a:solidFill>
                <a:srgbClr val="000000"/>
              </a:solidFill>
              <a:latin typeface="Arial" panose="020B0604020202020204"/>
            </a:endParaRPr>
          </a:p>
        </p:txBody>
      </p:sp>
      <p:sp>
        <p:nvSpPr>
          <p:cNvPr id="15" name="PlaceHolder 3"/>
          <p:cNvSpPr>
            <a:spLocks noGrp="1"/>
          </p:cNvSpPr>
          <p:nvPr>
            <p:ph type="ftr" idx="10"/>
          </p:nvPr>
        </p:nvSpPr>
        <p:spPr>
          <a:xfrm>
            <a:off x="4165560" y="6356520"/>
            <a:ext cx="3859920" cy="3643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1200" b="0" strike="noStrike" spc="-1">
                <a:solidFill>
                  <a:schemeClr val="dk1">
                    <a:tint val="75000"/>
                  </a:schemeClr>
                </a:solidFill>
                <a:latin typeface="TradeGothic"/>
              </a:defRPr>
            </a:lvl1pPr>
          </a:lstStyle>
          <a:p>
            <a:pPr indent="0" algn="ctr" defTabSz="457200">
              <a:lnSpc>
                <a:spcPct val="100000"/>
              </a:lnSpc>
              <a:buNone/>
              <a:tabLst>
                <a:tab pos="0" algn="l"/>
              </a:tabLst>
            </a:pPr>
            <a:r>
              <a:rPr lang="en-US" sz="1200" b="0" strike="noStrike" spc="-1">
                <a:solidFill>
                  <a:schemeClr val="dk1">
                    <a:tint val="75000"/>
                  </a:schemeClr>
                </a:solidFill>
                <a:latin typeface="TradeGothic"/>
              </a:rPr>
              <a:t>&lt;footer&gt;</a:t>
            </a:r>
            <a:endParaRPr lang="en-IN" sz="1200" b="0" strike="noStrike" spc="-1">
              <a:solidFill>
                <a:srgbClr val="000000"/>
              </a:solidFill>
              <a:latin typeface="Times New Roman" panose="02020603050405020304"/>
            </a:endParaRPr>
          </a:p>
        </p:txBody>
      </p:sp>
      <p:sp>
        <p:nvSpPr>
          <p:cNvPr id="16" name="PlaceHolder 4"/>
          <p:cNvSpPr>
            <a:spLocks noGrp="1"/>
          </p:cNvSpPr>
          <p:nvPr>
            <p:ph type="sldNum" idx="11"/>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0" strike="noStrike" spc="-1">
                <a:solidFill>
                  <a:srgbClr val="898989"/>
                </a:solidFill>
                <a:latin typeface="TradeGothic"/>
                <a:ea typeface="MS PGothic" panose="020B0600070205080204" charset="-128"/>
              </a:defRPr>
            </a:lvl1pPr>
          </a:lstStyle>
          <a:p>
            <a:pPr indent="0" algn="r" defTabSz="457200">
              <a:lnSpc>
                <a:spcPct val="100000"/>
              </a:lnSpc>
              <a:buNone/>
              <a:tabLst>
                <a:tab pos="0" algn="l"/>
              </a:tabLst>
            </a:pPr>
            <a:fld id="{DDA26866-9E38-4D79-92AB-2D6358588418}" type="slidenum">
              <a:rPr lang="en-US" sz="1200" b="0" strike="noStrike" spc="-1">
                <a:solidFill>
                  <a:srgbClr val="898989"/>
                </a:solidFill>
                <a:latin typeface="TradeGothic"/>
                <a:ea typeface="MS PGothic" panose="020B0600070205080204" charset="-128"/>
              </a:rPr>
            </a:fld>
            <a:endParaRPr lang="en-IN" sz="1200" b="0" strike="noStrike" spc="-1">
              <a:solidFill>
                <a:srgbClr val="000000"/>
              </a:solidFill>
              <a:latin typeface="Times New Roman" panose="02020603050405020304"/>
            </a:endParaRPr>
          </a:p>
        </p:txBody>
      </p:sp>
      <p:sp>
        <p:nvSpPr>
          <p:cNvPr id="17" name="PlaceHolder 5"/>
          <p:cNvSpPr>
            <a:spLocks noGrp="1"/>
          </p:cNvSpPr>
          <p:nvPr>
            <p:ph type="dt" idx="12"/>
          </p:nvPr>
        </p:nvSpPr>
        <p:spPr>
          <a:xfrm>
            <a:off x="609480" y="6356520"/>
            <a:ext cx="2844000" cy="364320"/>
          </a:xfrm>
          <a:prstGeom prst="rect">
            <a:avLst/>
          </a:prstGeom>
          <a:noFill/>
          <a:ln w="0">
            <a:noFill/>
          </a:ln>
        </p:spPr>
        <p:txBody>
          <a:bodyPr lIns="91440" tIns="45720" rIns="91440" bIns="45720" numCol="1" spcCol="0" anchor="ctr">
            <a:noAutofit/>
          </a:bodyPr>
          <a:lstStyle>
            <a:lvl1pPr indent="0">
              <a:buNone/>
              <a:defRPr lang="en-IN" sz="1400" b="0" strike="noStrike" spc="-1">
                <a:solidFill>
                  <a:srgbClr val="000000"/>
                </a:solidFill>
                <a:latin typeface="Times New Roman" panose="02020603050405020304"/>
              </a:defRPr>
            </a:lvl1pPr>
          </a:lstStyle>
          <a:p>
            <a:pPr indent="0">
              <a:buNone/>
            </a:pPr>
            <a:r>
              <a:rPr lang="en-IN" sz="1400" b="0" strike="noStrike" spc="-1">
                <a:solidFill>
                  <a:srgbClr val="000000"/>
                </a:solidFill>
                <a:latin typeface="Times New Roman" panose="02020603050405020304"/>
              </a:rPr>
              <a:t>&lt;date/time&gt;</a:t>
            </a:r>
            <a:endParaRPr lang="en-IN" sz="14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useBgFill="1">
        <p:nvSpPr>
          <p:cNvPr id="55" name="Rectangle 24"/>
          <p:cNvSpPr/>
          <p:nvPr/>
        </p:nvSpPr>
        <p:spPr>
          <a:xfrm>
            <a:off x="1523880" y="0"/>
            <a:ext cx="914328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panose="020F0502020204030204"/>
              <a:ea typeface="MS PGothic" panose="020B0600070205080204" charset="-128"/>
            </a:endParaRPr>
          </a:p>
        </p:txBody>
      </p:sp>
      <p:sp>
        <p:nvSpPr>
          <p:cNvPr id="56" name="Freeform: Shape 26"/>
          <p:cNvSpPr/>
          <p:nvPr/>
        </p:nvSpPr>
        <p:spPr>
          <a:xfrm>
            <a:off x="5656680" y="851400"/>
            <a:ext cx="4637880" cy="5154120"/>
          </a:xfrm>
          <a:custGeom>
            <a:avLst/>
            <a:gdLst>
              <a:gd name="textAreaLeft" fmla="*/ 0 w 4637880"/>
              <a:gd name="textAreaRight" fmla="*/ 4638600 w 4637880"/>
              <a:gd name="textAreaTop" fmla="*/ 0 h 5154120"/>
              <a:gd name="textAreaBottom" fmla="*/ 5154840 h 5154120"/>
            </a:gdLst>
            <a:ahLst/>
            <a:cxnLst/>
            <a:rect l="textAreaLeft" t="textAreaTop" r="textAreaRight" b="textAreaBottom"/>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1800" b="0" strike="noStrike" spc="-1">
              <a:solidFill>
                <a:schemeClr val="lt1"/>
              </a:solidFill>
              <a:latin typeface="Calibri" panose="020F0502020204030204"/>
              <a:ea typeface="MS PGothic" panose="020B0600070205080204" charset="-128"/>
            </a:endParaRPr>
          </a:p>
        </p:txBody>
      </p:sp>
      <p:sp>
        <p:nvSpPr>
          <p:cNvPr id="57" name="PlaceHolder 1"/>
          <p:cNvSpPr>
            <a:spLocks noGrp="1"/>
          </p:cNvSpPr>
          <p:nvPr>
            <p:ph type="subTitle"/>
          </p:nvPr>
        </p:nvSpPr>
        <p:spPr>
          <a:xfrm>
            <a:off x="2525395" y="548640"/>
            <a:ext cx="6207760" cy="1751965"/>
          </a:xfrm>
          <a:prstGeom prst="rect">
            <a:avLst/>
          </a:prstGeom>
          <a:noFill/>
          <a:ln w="9360">
            <a:noFill/>
          </a:ln>
        </p:spPr>
        <p:txBody>
          <a:bodyPr lIns="91440" tIns="45720" rIns="91440" bIns="45720" numCol="1" spcCol="0" anchor="t">
            <a:noAutofit/>
          </a:bodyPr>
          <a:lstStyle/>
          <a:p>
            <a:pPr algn="ctr" defTabSz="457200">
              <a:lnSpc>
                <a:spcPct val="100000"/>
              </a:lnSpc>
              <a:spcBef>
                <a:spcPts val="640"/>
              </a:spcBef>
              <a:tabLst>
                <a:tab pos="0" algn="l"/>
              </a:tabLst>
            </a:pPr>
            <a:endParaRPr lang="en-IN" sz="3200" b="0" strike="noStrike" spc="-1">
              <a:solidFill>
                <a:srgbClr val="000000"/>
              </a:solidFill>
              <a:latin typeface="Arial" panose="020B0604020202020204"/>
            </a:endParaRPr>
          </a:p>
          <a:p>
            <a:pPr defTabSz="457200">
              <a:lnSpc>
                <a:spcPct val="100000"/>
              </a:lnSpc>
              <a:tabLst>
                <a:tab pos="0" algn="l"/>
              </a:tabLst>
            </a:pPr>
            <a:r>
              <a:rPr lang="en-IN" altLang="en-US" sz="3200" b="1" strike="noStrike">
                <a:solidFill>
                  <a:schemeClr val="dk1"/>
                </a:solidFill>
                <a:latin typeface="Times New Roman" panose="02020603050405020304"/>
                <a:ea typeface="MS PGothic" panose="020B0600070205080204" charset="-128"/>
                <a:sym typeface="+mn-ea"/>
              </a:rPr>
              <a:t>Smart Water Distribution System</a:t>
            </a:r>
            <a:endParaRPr lang="en-IN" sz="3200" b="0" strike="noStrike" spc="-1">
              <a:solidFill>
                <a:srgbClr val="000000"/>
              </a:solidFill>
              <a:latin typeface="Arial" panose="020B0604020202020204"/>
            </a:endParaRPr>
          </a:p>
        </p:txBody>
      </p:sp>
      <p:sp>
        <p:nvSpPr>
          <p:cNvPr id="58" name="PlaceHolder 2"/>
          <p:cNvSpPr>
            <a:spLocks noGrp="1"/>
          </p:cNvSpPr>
          <p:nvPr>
            <p:ph type="title"/>
          </p:nvPr>
        </p:nvSpPr>
        <p:spPr>
          <a:xfrm>
            <a:off x="331470" y="-526415"/>
            <a:ext cx="10362565" cy="166624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4000" b="1" strike="noStrike" spc="-1">
                <a:solidFill>
                  <a:schemeClr val="dk2"/>
                </a:solidFill>
                <a:latin typeface="Garamond" panose="02020404030301010803"/>
                <a:ea typeface="MS PGothic" panose="020B0600070205080204" charset="-128"/>
              </a:rPr>
              <a:t>“SAMVED” HACKATHON 2026</a:t>
            </a:r>
            <a:endParaRPr lang="en-IN" sz="4000" b="0" strike="noStrike" spc="-1">
              <a:solidFill>
                <a:srgbClr val="000000"/>
              </a:solidFill>
              <a:latin typeface="Arial" panose="020B0604020202020204"/>
            </a:endParaRPr>
          </a:p>
        </p:txBody>
      </p:sp>
      <p:sp>
        <p:nvSpPr>
          <p:cNvPr id="59" name="TextBox 9"/>
          <p:cNvSpPr/>
          <p:nvPr/>
        </p:nvSpPr>
        <p:spPr>
          <a:xfrm>
            <a:off x="331470" y="1883410"/>
            <a:ext cx="8213725" cy="4799965"/>
          </a:xfrm>
          <a:prstGeom prst="rect">
            <a:avLst/>
          </a:prstGeom>
          <a:noFill/>
          <a:ln w="0">
            <a:noFill/>
          </a:ln>
        </p:spPr>
        <p:style>
          <a:lnRef idx="0">
            <a:srgbClr val="FFFFFF"/>
          </a:lnRef>
          <a:fillRef idx="0">
            <a:srgbClr val="FFFFFF"/>
          </a:fillRef>
          <a:effectRef idx="0">
            <a:srgbClr val="FFFFFF"/>
          </a:effectRef>
          <a:fontRef idx="minor"/>
        </p:style>
        <p:txBody>
          <a:bodyPr wrap="square" lIns="90000" tIns="45000" rIns="90000" bIns="45000" anchor="t">
            <a:noAutofit/>
          </a:bodyPr>
          <a:lstStyle/>
          <a:p>
            <a:pPr defTabSz="457200">
              <a:lnSpc>
                <a:spcPct val="100000"/>
              </a:lnSpc>
            </a:pPr>
            <a:endParaRPr lang="en-IN" sz="1800" b="0" strike="noStrike" spc="-1" dirty="0">
              <a:solidFill>
                <a:srgbClr val="000000"/>
              </a:solidFill>
              <a:latin typeface="Arial" panose="020B0604020202020204"/>
            </a:endParaRPr>
          </a:p>
          <a:p>
            <a:pPr marL="285750" indent="-285750" algn="just" defTabSz="457200">
              <a:lnSpc>
                <a:spcPct val="200000"/>
              </a:lnSpc>
              <a:buClr>
                <a:srgbClr val="000000"/>
              </a:buClr>
              <a:buFont typeface="Arial" panose="020B0604020202020204"/>
              <a:buChar char="•"/>
            </a:pPr>
            <a:r>
              <a:rPr lang="en-US" sz="2400" b="1" strike="noStrike" spc="-1" dirty="0">
                <a:solidFill>
                  <a:schemeClr val="dk1"/>
                </a:solidFill>
                <a:latin typeface="Arial" panose="020B0604020202020204"/>
                <a:ea typeface="MS PGothic" panose="020B0600070205080204" charset="-128"/>
              </a:rPr>
              <a:t>Problem Statement ID –</a:t>
            </a:r>
            <a:r>
              <a:rPr lang="en-IN" altLang="en-US" sz="2400" b="1" strike="noStrike" spc="-1" dirty="0">
                <a:solidFill>
                  <a:schemeClr val="dk1"/>
                </a:solidFill>
                <a:latin typeface="Arial" panose="020B0604020202020204"/>
                <a:ea typeface="MS PGothic" panose="020B0600070205080204" charset="-128"/>
              </a:rPr>
              <a:t> </a:t>
            </a:r>
            <a:r>
              <a:rPr lang="en-US" altLang="en-US" sz="2400" b="0" strike="noStrike" spc="-1" dirty="0">
                <a:solidFill>
                  <a:srgbClr val="000000"/>
                </a:solidFill>
                <a:latin typeface="Times New Roman" panose="02020603050405020304" pitchFamily="18" charset="0"/>
                <a:cs typeface="Times New Roman" panose="02020603050405020304" pitchFamily="18" charset="0"/>
              </a:rPr>
              <a:t>PS-003</a:t>
            </a:r>
            <a:endParaRPr lang="en-US" altLang="en-US" sz="2400"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gn="just" defTabSz="457200">
              <a:lnSpc>
                <a:spcPct val="150000"/>
              </a:lnSpc>
              <a:buClr>
                <a:srgbClr val="000000"/>
              </a:buClr>
              <a:buFont typeface="Arial" panose="020B0604020202020204"/>
              <a:buChar char="•"/>
            </a:pPr>
            <a:r>
              <a:rPr lang="en-US" sz="2400" b="1" strike="noStrike" spc="-1" dirty="0">
                <a:solidFill>
                  <a:schemeClr val="dk1"/>
                </a:solidFill>
                <a:latin typeface="Arial" panose="020B0604020202020204"/>
                <a:ea typeface="MS PGothic" panose="020B0600070205080204" charset="-128"/>
              </a:rPr>
              <a:t>Problem Statement Title-</a:t>
            </a:r>
            <a:r>
              <a:rPr lang="en-IN" altLang="en-US" sz="2400" b="1" strike="noStrike" spc="-1" dirty="0">
                <a:solidFill>
                  <a:schemeClr val="dk1"/>
                </a:solidFill>
                <a:latin typeface="Arial" panose="020B0604020202020204"/>
                <a:ea typeface="MS PGothic" panose="020B0600070205080204" charset="-128"/>
              </a:rPr>
              <a:t> </a:t>
            </a:r>
            <a:r>
              <a:rPr lang="en-US" altLang="en-US" sz="2400" b="0" strike="noStrike" spc="-1" dirty="0">
                <a:solidFill>
                  <a:srgbClr val="000000"/>
                </a:solidFill>
                <a:latin typeface="Times New Roman" panose="02020603050405020304" pitchFamily="18" charset="0"/>
                <a:cs typeface="Times New Roman" panose="02020603050405020304" pitchFamily="18" charset="0"/>
              </a:rPr>
              <a:t>Smart Water Pressure Management for Equitable Water Supply in Solapur Municipal Corporation</a:t>
            </a:r>
            <a:endParaRPr lang="en-US" altLang="en-US" sz="2400"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gn="just" defTabSz="457200">
              <a:lnSpc>
                <a:spcPct val="200000"/>
              </a:lnSpc>
              <a:buClr>
                <a:srgbClr val="000000"/>
              </a:buClr>
              <a:buFont typeface="Arial" panose="020B0604020202020204"/>
              <a:buChar char="•"/>
            </a:pPr>
            <a:r>
              <a:rPr lang="en-US" sz="2400" b="1" strike="noStrike" spc="-1" dirty="0">
                <a:solidFill>
                  <a:schemeClr val="dk1"/>
                </a:solidFill>
                <a:latin typeface="Arial" panose="020B0604020202020204"/>
                <a:ea typeface="MS PGothic" panose="020B0600070205080204" charset="-128"/>
              </a:rPr>
              <a:t>Theme-</a:t>
            </a:r>
            <a:r>
              <a:rPr lang="en-IN" altLang="en-US" sz="2400" b="1" strike="noStrike" spc="-1" dirty="0">
                <a:solidFill>
                  <a:schemeClr val="dk1"/>
                </a:solidFill>
                <a:latin typeface="Arial" panose="020B0604020202020204"/>
                <a:ea typeface="MS PGothic" panose="020B0600070205080204" charset="-128"/>
              </a:rPr>
              <a:t> </a:t>
            </a:r>
            <a:r>
              <a:rPr lang="en-US" altLang="en-US" sz="2400" b="0" strike="noStrike" spc="-1" dirty="0">
                <a:solidFill>
                  <a:srgbClr val="000000"/>
                </a:solidFill>
                <a:latin typeface="Times New Roman" panose="02020603050405020304" pitchFamily="18" charset="0"/>
                <a:cs typeface="Times New Roman" panose="02020603050405020304" pitchFamily="18" charset="0"/>
              </a:rPr>
              <a:t>Equitable Urban Infrastructure</a:t>
            </a:r>
            <a:endParaRPr lang="en-US" altLang="en-US" sz="2400"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gn="just" defTabSz="457200">
              <a:lnSpc>
                <a:spcPct val="200000"/>
              </a:lnSpc>
              <a:buClr>
                <a:srgbClr val="000000"/>
              </a:buClr>
              <a:buFont typeface="Arial" panose="020B0604020202020204"/>
              <a:buChar char="•"/>
            </a:pPr>
            <a:r>
              <a:rPr lang="en-US" sz="2400" b="1" strike="noStrike" spc="-1" dirty="0">
                <a:solidFill>
                  <a:schemeClr val="dk1"/>
                </a:solidFill>
                <a:latin typeface="Arial" panose="020B0604020202020204"/>
                <a:ea typeface="MS PGothic" panose="020B0600070205080204" charset="-128"/>
              </a:rPr>
              <a:t>Team ID-</a:t>
            </a:r>
            <a:r>
              <a:rPr lang="en-IN" altLang="en-US" sz="2400" strike="noStrike" spc="-1" dirty="0">
                <a:solidFill>
                  <a:schemeClr val="dk1"/>
                </a:solidFill>
                <a:latin typeface="Arial" panose="020B0604020202020204"/>
                <a:ea typeface="MS PGothic" panose="020B0600070205080204" charset="-128"/>
              </a:rPr>
              <a:t> </a:t>
            </a:r>
            <a:r>
              <a:rPr lang="en-IN" altLang="en-US" sz="2400" strike="noStrike" spc="-1" dirty="0">
                <a:solidFill>
                  <a:schemeClr val="dk1"/>
                </a:solidFill>
                <a:latin typeface="Times New Roman" panose="02020603050405020304" pitchFamily="18" charset="0"/>
                <a:ea typeface="MS PGothic" panose="020B0600070205080204" charset="-128"/>
                <a:cs typeface="Times New Roman" panose="02020603050405020304" pitchFamily="18" charset="0"/>
              </a:rPr>
              <a:t>FBEB3C7D</a:t>
            </a:r>
            <a:endParaRPr lang="en-IN" sz="2400" b="0" strike="noStrike" spc="-1" dirty="0">
              <a:solidFill>
                <a:srgbClr val="000000"/>
              </a:solidFill>
              <a:latin typeface="Times New Roman" panose="02020603050405020304" pitchFamily="18" charset="0"/>
              <a:cs typeface="Times New Roman" panose="02020603050405020304" pitchFamily="18" charset="0"/>
            </a:endParaRPr>
          </a:p>
          <a:p>
            <a:pPr marL="285750" indent="-285750" algn="just" defTabSz="457200">
              <a:lnSpc>
                <a:spcPct val="200000"/>
              </a:lnSpc>
              <a:buClr>
                <a:srgbClr val="000000"/>
              </a:buClr>
              <a:buFont typeface="Arial" panose="020B0604020202020204"/>
              <a:buChar char="•"/>
            </a:pPr>
            <a:r>
              <a:rPr lang="en-US" sz="2400" b="1" strike="noStrike" spc="-1" dirty="0">
                <a:solidFill>
                  <a:schemeClr val="dk1"/>
                </a:solidFill>
                <a:latin typeface="Arial" panose="020B0604020202020204"/>
                <a:ea typeface="MS PGothic" panose="020B0600070205080204" charset="-128"/>
              </a:rPr>
              <a:t>Team Name</a:t>
            </a:r>
            <a:r>
              <a:rPr lang="en-IN" altLang="en-US" sz="2400" b="1" strike="noStrike" spc="-1" dirty="0">
                <a:solidFill>
                  <a:schemeClr val="dk1"/>
                </a:solidFill>
                <a:latin typeface="Arial" panose="020B0604020202020204"/>
                <a:ea typeface="MS PGothic" panose="020B0600070205080204" charset="-128"/>
              </a:rPr>
              <a:t> - </a:t>
            </a:r>
            <a:r>
              <a:rPr lang="en-IN" altLang="en-US" sz="2400" strike="noStrike" spc="-1" dirty="0">
                <a:solidFill>
                  <a:schemeClr val="dk1"/>
                </a:solidFill>
                <a:latin typeface="Times New Roman" panose="02020603050405020304" pitchFamily="18" charset="0"/>
                <a:ea typeface="MS PGothic" panose="020B0600070205080204" charset="-128"/>
                <a:cs typeface="Times New Roman" panose="02020603050405020304" pitchFamily="18" charset="0"/>
              </a:rPr>
              <a:t>FlowIQ</a:t>
            </a:r>
            <a:endParaRPr lang="en-IN" altLang="en-US" sz="2400" strike="noStrike" spc="-1" dirty="0">
              <a:solidFill>
                <a:schemeClr val="dk1"/>
              </a:solidFill>
              <a:latin typeface="Times New Roman" panose="02020603050405020304" pitchFamily="18" charset="0"/>
              <a:ea typeface="MS PGothic" panose="020B0600070205080204" charset="-128"/>
              <a:cs typeface="Times New Roman" panose="02020603050405020304" pitchFamily="18" charset="0"/>
            </a:endParaRPr>
          </a:p>
        </p:txBody>
      </p:sp>
      <p:pic>
        <p:nvPicPr>
          <p:cNvPr id="60" name="Picture 59"/>
          <p:cNvPicPr/>
          <p:nvPr/>
        </p:nvPicPr>
        <p:blipFill>
          <a:blip r:embed="rId1"/>
          <a:stretch>
            <a:fillRect/>
          </a:stretch>
        </p:blipFill>
        <p:spPr>
          <a:xfrm>
            <a:off x="8640000" y="1373040"/>
            <a:ext cx="3420000" cy="1326960"/>
          </a:xfrm>
          <a:prstGeom prst="rect">
            <a:avLst/>
          </a:prstGeom>
          <a:ln w="0">
            <a:noFill/>
          </a:ln>
        </p:spPr>
      </p:pic>
      <p:pic>
        <p:nvPicPr>
          <p:cNvPr id="61" name="Picture 60"/>
          <p:cNvPicPr/>
          <p:nvPr/>
        </p:nvPicPr>
        <p:blipFill>
          <a:blip r:embed="rId2"/>
          <a:stretch>
            <a:fillRect/>
          </a:stretch>
        </p:blipFill>
        <p:spPr>
          <a:xfrm>
            <a:off x="8733240" y="3420000"/>
            <a:ext cx="3099960" cy="126000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62" name="Rectangle 8"/>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rgbClr val="FFFFFF"/>
          </a:lnRef>
          <a:fillRef idx="0">
            <a:srgbClr val="FFFFFF"/>
          </a:fillRef>
          <a:effectRef idx="0">
            <a:srgbClr val="FFFFFF"/>
          </a:effectRef>
          <a:fontRef idx="minor"/>
        </p:style>
        <p:txBody>
          <a:bodyPr lIns="90000" tIns="45000" rIns="90000" bIns="45000" anchor="ctr">
            <a:noAutofit/>
          </a:bodyPr>
          <a:lstStyle/>
          <a:p>
            <a:pPr algn="ctr" defTabSz="457200">
              <a:lnSpc>
                <a:spcPct val="100000"/>
              </a:lnSpc>
            </a:pPr>
            <a:endParaRPr lang="en-US" sz="1800" b="0" strike="noStrike" spc="-1">
              <a:solidFill>
                <a:schemeClr val="accent2">
                  <a:lumMod val="75000"/>
                </a:schemeClr>
              </a:solidFill>
              <a:latin typeface="Calibri" panose="020F0502020204030204"/>
            </a:endParaRPr>
          </a:p>
        </p:txBody>
      </p:sp>
      <p:sp>
        <p:nvSpPr>
          <p:cNvPr id="63" name="PlaceHolder 1"/>
          <p:cNvSpPr>
            <a:spLocks noGrp="1"/>
          </p:cNvSpPr>
          <p:nvPr>
            <p:ph type="title"/>
          </p:nvPr>
        </p:nvSpPr>
        <p:spPr>
          <a:xfrm>
            <a:off x="182880" y="0"/>
            <a:ext cx="9598660" cy="1142365"/>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IN" altLang="en-US" sz="2800" b="1" strike="noStrike" spc="-1">
                <a:solidFill>
                  <a:schemeClr val="dk1"/>
                </a:solidFill>
                <a:latin typeface="Times New Roman" panose="02020603050405020304"/>
                <a:ea typeface="MS PGothic" panose="020B0600070205080204" charset="-128"/>
              </a:rPr>
              <a:t>Smart Water Distribution System</a:t>
            </a:r>
            <a:endParaRPr lang="en-IN" altLang="en-US" sz="2800" b="1" strike="noStrike" spc="-1">
              <a:solidFill>
                <a:schemeClr val="dk1"/>
              </a:solidFill>
              <a:latin typeface="Times New Roman" panose="02020603050405020304"/>
              <a:ea typeface="MS PGothic" panose="020B0600070205080204" charset="-128"/>
            </a:endParaRPr>
          </a:p>
        </p:txBody>
      </p:sp>
      <p:sp>
        <p:nvSpPr>
          <p:cNvPr id="64" name="TextBox 8"/>
          <p:cNvSpPr/>
          <p:nvPr/>
        </p:nvSpPr>
        <p:spPr>
          <a:xfrm>
            <a:off x="0" y="1142365"/>
            <a:ext cx="12191365" cy="5221605"/>
          </a:xfrm>
          <a:prstGeom prst="rect">
            <a:avLst/>
          </a:prstGeom>
          <a:noFill/>
          <a:ln w="9525">
            <a:noFill/>
          </a:ln>
        </p:spPr>
        <p:style>
          <a:lnRef idx="0">
            <a:srgbClr val="FFFFFF"/>
          </a:lnRef>
          <a:fillRef idx="0">
            <a:srgbClr val="FFFFFF"/>
          </a:fillRef>
          <a:effectRef idx="0">
            <a:srgbClr val="FFFFFF"/>
          </a:effectRef>
          <a:fontRef idx="minor"/>
        </p:style>
        <p:txBody>
          <a:bodyPr lIns="90000" tIns="45000" rIns="90000" bIns="45000" anchor="t">
            <a:noAutofit/>
          </a:bodyPr>
          <a:lstStyle/>
          <a:p>
            <a:pPr defTabSz="457200">
              <a:lnSpc>
                <a:spcPct val="100000"/>
              </a:lnSpc>
            </a:pPr>
            <a:endParaRPr lang="en-US" altLang="en-US" sz="1200" b="1" strike="noStrike" spc="-1">
              <a:solidFill>
                <a:srgbClr val="000000"/>
              </a:solidFill>
              <a:latin typeface="Arial" panose="020B0604020202020204" pitchFamily="34" charset="0"/>
              <a:cs typeface="Arial" panose="020B0604020202020204" pitchFamily="34" charset="0"/>
            </a:endParaRPr>
          </a:p>
          <a:p>
            <a:pPr marL="628650" lvl="1" indent="-171450" defTabSz="457200">
              <a:lnSpc>
                <a:spcPct val="50000"/>
              </a:lnSpc>
              <a:buFont typeface="Arial" panose="020B0604020202020204" pitchFamily="34" charset="0"/>
              <a:buChar char="•"/>
            </a:pPr>
            <a:endParaRPr lang="en-US" altLang="en-US" sz="1200" b="0" strike="noStrike" spc="-1">
              <a:solidFill>
                <a:srgbClr val="000000"/>
              </a:solidFill>
              <a:latin typeface="Arial" panose="020B0604020202020204" pitchFamily="34" charset="0"/>
              <a:cs typeface="Arial" panose="020B0604020202020204" pitchFamily="34" charset="0"/>
            </a:endParaRPr>
          </a:p>
          <a:p>
            <a:pPr lvl="1" indent="0" defTabSz="457200">
              <a:lnSpc>
                <a:spcPct val="50000"/>
              </a:lnSpc>
              <a:buFont typeface="Arial" panose="020B0604020202020204" pitchFamily="34" charset="0"/>
              <a:buNone/>
            </a:pPr>
            <a:endParaRPr lang="en-US" altLang="en-US" sz="1200" b="0" strike="noStrike" spc="-1">
              <a:solidFill>
                <a:srgbClr val="000000"/>
              </a:solidFill>
              <a:latin typeface="Arial" panose="020B0604020202020204" pitchFamily="34" charset="0"/>
              <a:cs typeface="Arial" panose="020B0604020202020204" pitchFamily="34" charset="0"/>
            </a:endParaRPr>
          </a:p>
          <a:p>
            <a:pPr lvl="1" indent="0" defTabSz="457200">
              <a:lnSpc>
                <a:spcPct val="50000"/>
              </a:lnSpc>
              <a:buFont typeface="Arial" panose="020B0604020202020204" pitchFamily="34" charset="0"/>
              <a:buNone/>
            </a:pPr>
            <a:endParaRPr lang="en-US" altLang="en-US" sz="1200" b="0" strike="noStrike" spc="-1">
              <a:solidFill>
                <a:srgbClr val="000000"/>
              </a:solidFill>
              <a:latin typeface="Arial" panose="020B0604020202020204" pitchFamily="34" charset="0"/>
              <a:cs typeface="Arial" panose="020B0604020202020204" pitchFamily="34" charset="0"/>
            </a:endParaRPr>
          </a:p>
          <a:p>
            <a:pPr lvl="0" indent="0" defTabSz="457200">
              <a:lnSpc>
                <a:spcPct val="50000"/>
              </a:lnSpc>
              <a:buFont typeface="Arial" panose="020B0604020202020204" pitchFamily="34" charset="0"/>
              <a:buNone/>
            </a:pPr>
            <a:endParaRPr lang="en-US" altLang="en-US" sz="1200" b="0" strike="noStrike" spc="-1">
              <a:solidFill>
                <a:srgbClr val="000000"/>
              </a:solidFill>
              <a:latin typeface="Arial" panose="020B0604020202020204" pitchFamily="34" charset="0"/>
              <a:cs typeface="Arial" panose="020B0604020202020204" pitchFamily="34" charset="0"/>
            </a:endParaRPr>
          </a:p>
          <a:p>
            <a:pPr marL="171450" lvl="0" indent="-171450" defTabSz="457200">
              <a:lnSpc>
                <a:spcPct val="90000"/>
              </a:lnSpc>
              <a:buFont typeface="Wingdings" panose="05000000000000000000" charset="0"/>
              <a:buChar char="v"/>
            </a:pPr>
            <a:endParaRPr lang="en-US" altLang="en-US" sz="1200" b="1" strike="noStrike" spc="-1">
              <a:solidFill>
                <a:srgbClr val="000000"/>
              </a:solidFill>
              <a:latin typeface="Arial" panose="020B0604020202020204" pitchFamily="34" charset="0"/>
              <a:cs typeface="Arial" panose="020B0604020202020204" pitchFamily="34" charset="0"/>
            </a:endParaRPr>
          </a:p>
        </p:txBody>
      </p:sp>
      <p:sp>
        <p:nvSpPr>
          <p:cNvPr id="65" name="PlaceHolder 2"/>
          <p:cNvSpPr>
            <a:spLocks noGrp="1"/>
          </p:cNvSpPr>
          <p:nvPr>
            <p:ph type="sldNum" idx="37"/>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chemeClr val="lt1"/>
                </a:solidFill>
                <a:latin typeface="TradeGothic"/>
                <a:ea typeface="MS PGothic" panose="020B0600070205080204" charset="-128"/>
              </a:defRPr>
            </a:lvl1pPr>
          </a:lstStyle>
          <a:p>
            <a:pPr indent="0" algn="r" defTabSz="457200">
              <a:lnSpc>
                <a:spcPct val="100000"/>
              </a:lnSpc>
              <a:buNone/>
              <a:tabLst>
                <a:tab pos="0" algn="l"/>
              </a:tabLst>
            </a:pPr>
            <a:fld id="{54B43EC6-6A2F-4FEF-B416-2BF9BFF0B0D0}" type="slidenum">
              <a:rPr lang="en-US" sz="1200" b="1" strike="noStrike" spc="-1">
                <a:solidFill>
                  <a:schemeClr val="lt1"/>
                </a:solidFill>
                <a:latin typeface="Arial" panose="020B0604020202020204" pitchFamily="34" charset="0"/>
                <a:ea typeface="MS PGothic" panose="020B0600070205080204" charset="-128"/>
                <a:cs typeface="Arial" panose="020B0604020202020204" pitchFamily="34" charset="0"/>
              </a:rPr>
            </a:fld>
            <a:endParaRPr lang="en-IN" sz="1200" b="0" strike="noStrike" spc="-1">
              <a:solidFill>
                <a:srgbClr val="000000"/>
              </a:solidFill>
              <a:latin typeface="Arial" panose="020B0604020202020204" pitchFamily="34" charset="0"/>
              <a:cs typeface="Arial" panose="020B0604020202020204" pitchFamily="34" charset="0"/>
            </a:endParaRPr>
          </a:p>
        </p:txBody>
      </p:sp>
      <p:sp>
        <p:nvSpPr>
          <p:cNvPr id="66" name="Oval 9"/>
          <p:cNvSpPr/>
          <p:nvPr/>
        </p:nvSpPr>
        <p:spPr>
          <a:xfrm>
            <a:off x="479425" y="188595"/>
            <a:ext cx="1308735" cy="80645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pc="-1" dirty="0">
                <a:solidFill>
                  <a:srgbClr val="000000"/>
                </a:solidFill>
                <a:latin typeface="Arial" panose="020B0604020202020204"/>
                <a:sym typeface="+mn-ea"/>
              </a:rPr>
              <a:t>FlowIQ</a:t>
            </a:r>
            <a:endParaRPr lang="en-IN" sz="1800" b="0" strike="noStrike" spc="-1" dirty="0">
              <a:solidFill>
                <a:srgbClr val="000000"/>
              </a:solidFill>
              <a:latin typeface="Arial" panose="020B0604020202020204"/>
            </a:endParaRPr>
          </a:p>
        </p:txBody>
      </p:sp>
      <p:pic>
        <p:nvPicPr>
          <p:cNvPr id="67" name="Picture 66"/>
          <p:cNvPicPr/>
          <p:nvPr/>
        </p:nvPicPr>
        <p:blipFill>
          <a:blip r:embed="rId1"/>
          <a:stretch>
            <a:fillRect/>
          </a:stretch>
        </p:blipFill>
        <p:spPr>
          <a:xfrm>
            <a:off x="10080360" y="144360"/>
            <a:ext cx="1877400" cy="581040"/>
          </a:xfrm>
          <a:prstGeom prst="rect">
            <a:avLst/>
          </a:prstGeom>
          <a:ln w="0">
            <a:noFill/>
          </a:ln>
        </p:spPr>
      </p:pic>
      <p:pic>
        <p:nvPicPr>
          <p:cNvPr id="68" name="Picture 67"/>
          <p:cNvPicPr/>
          <p:nvPr/>
        </p:nvPicPr>
        <p:blipFill>
          <a:blip r:embed="rId2"/>
          <a:stretch>
            <a:fillRect/>
          </a:stretch>
        </p:blipFill>
        <p:spPr>
          <a:xfrm>
            <a:off x="8280360" y="108360"/>
            <a:ext cx="1716120" cy="697320"/>
          </a:xfrm>
          <a:prstGeom prst="rect">
            <a:avLst/>
          </a:prstGeom>
          <a:ln w="0">
            <a:noFill/>
          </a:ln>
        </p:spPr>
      </p:pic>
      <p:sp>
        <p:nvSpPr>
          <p:cNvPr id="40" name="Rectangle: Rounded Corners 39"/>
          <p:cNvSpPr/>
          <p:nvPr/>
        </p:nvSpPr>
        <p:spPr>
          <a:xfrm>
            <a:off x="6775644" y="1496059"/>
            <a:ext cx="3383915" cy="1897253"/>
          </a:xfrm>
          <a:prstGeom prst="roundRect">
            <a:avLst/>
          </a:prstGeom>
          <a:ln>
            <a:solidFill>
              <a:schemeClr val="tx2">
                <a:lumMod val="40000"/>
                <a:lumOff val="60000"/>
              </a:schemeClr>
            </a:solidFill>
          </a:ln>
        </p:spPr>
        <p:style>
          <a:lnRef idx="3">
            <a:schemeClr val="accent1"/>
          </a:lnRef>
          <a:fillRef idx="0">
            <a:srgbClr val="FFFFFF"/>
          </a:fillRef>
          <a:effectRef idx="0">
            <a:srgbClr val="FFFFFF"/>
          </a:effectRef>
          <a:fontRef idx="minor">
            <a:schemeClr val="tx1"/>
          </a:fontRef>
        </p:style>
        <p:txBody>
          <a:bodyPr rtlCol="0" anchor="ctr" anchorCtr="0"/>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628650" lvl="1" indent="-171450" algn="l" defTabSz="457200">
              <a:lnSpc>
                <a:spcPct val="60000"/>
              </a:lnSpc>
              <a:buFont typeface="Arial" panose="020B0604020202020204" pitchFamily="34" charset="0"/>
              <a:buChar char="•"/>
            </a:pPr>
            <a:endParaRPr lang="en-US" altLang="en-US" sz="1600" spc="-1" dirty="0">
              <a:solidFill>
                <a:schemeClr val="tx1"/>
              </a:solidFill>
              <a:latin typeface="Times New Roman" panose="02020603050405020304" pitchFamily="18" charset="0"/>
              <a:cs typeface="Times New Roman" panose="02020603050405020304" pitchFamily="18" charset="0"/>
              <a:sym typeface="+mn-ea"/>
            </a:endParaRPr>
          </a:p>
          <a:p>
            <a:pPr marL="628650" lvl="1" indent="-171450" algn="l" defTabSz="457200">
              <a:lnSpc>
                <a:spcPct val="60000"/>
              </a:lnSpc>
              <a:buFont typeface="Arial" panose="020B0604020202020204" pitchFamily="34" charset="0"/>
              <a:buChar char="•"/>
            </a:pPr>
            <a:r>
              <a:rPr lang="en-US" altLang="en-US" sz="1600" spc="-1" dirty="0">
                <a:solidFill>
                  <a:schemeClr val="tx1"/>
                </a:solidFill>
                <a:latin typeface="Times New Roman" panose="02020603050405020304" pitchFamily="18" charset="0"/>
                <a:cs typeface="Times New Roman" panose="02020603050405020304" pitchFamily="18" charset="0"/>
                <a:sym typeface="+mn-ea"/>
              </a:rPr>
              <a:t>Sensors measure pressure and</a:t>
            </a:r>
            <a:r>
              <a:rPr lang="en-IN" altLang="en-US" sz="1600" spc="-1" dirty="0">
                <a:solidFill>
                  <a:schemeClr val="tx1"/>
                </a:solidFill>
                <a:latin typeface="Times New Roman" panose="02020603050405020304" pitchFamily="18" charset="0"/>
                <a:cs typeface="Times New Roman" panose="02020603050405020304" pitchFamily="18" charset="0"/>
                <a:sym typeface="+mn-ea"/>
              </a:rPr>
              <a:t> </a:t>
            </a:r>
            <a:r>
              <a:rPr lang="en-US" altLang="en-US" sz="1600" spc="-1" dirty="0">
                <a:solidFill>
                  <a:schemeClr val="tx1"/>
                </a:solidFill>
                <a:latin typeface="Times New Roman" panose="02020603050405020304" pitchFamily="18" charset="0"/>
                <a:cs typeface="Times New Roman" panose="02020603050405020304" pitchFamily="18" charset="0"/>
                <a:sym typeface="+mn-ea"/>
              </a:rPr>
              <a:t>flow in pipelines</a:t>
            </a: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lvl="1" algn="l" defTabSz="457200">
              <a:lnSpc>
                <a:spcPct val="50000"/>
              </a:lnSpc>
            </a:pP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lvl="1" algn="l" defTabSz="457200">
              <a:lnSpc>
                <a:spcPct val="50000"/>
              </a:lnSpc>
            </a:pP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marL="628650" lvl="1" indent="-171450" algn="l" defTabSz="457200">
              <a:lnSpc>
                <a:spcPct val="60000"/>
              </a:lnSpc>
              <a:buFont typeface="Arial" panose="020B0604020202020204" pitchFamily="34" charset="0"/>
              <a:buChar char="•"/>
            </a:pPr>
            <a:r>
              <a:rPr lang="en-US" altLang="en-US" sz="1600" spc="-1" dirty="0">
                <a:solidFill>
                  <a:schemeClr val="tx1"/>
                </a:solidFill>
                <a:latin typeface="Times New Roman" panose="02020603050405020304" pitchFamily="18" charset="0"/>
                <a:cs typeface="Times New Roman" panose="02020603050405020304" pitchFamily="18" charset="0"/>
                <a:sym typeface="+mn-ea"/>
              </a:rPr>
              <a:t>System detects low-supply zones</a:t>
            </a: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marL="628650" lvl="1" indent="-171450" algn="l" defTabSz="457200">
              <a:lnSpc>
                <a:spcPct val="60000"/>
              </a:lnSpc>
              <a:buFont typeface="Arial" panose="020B0604020202020204" pitchFamily="34" charset="0"/>
              <a:buChar char="•"/>
            </a:pP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marL="628650" lvl="1" indent="-171450" algn="l" defTabSz="457200">
              <a:lnSpc>
                <a:spcPct val="60000"/>
              </a:lnSpc>
              <a:buFont typeface="Arial" panose="020B0604020202020204" pitchFamily="34" charset="0"/>
              <a:buChar char="•"/>
            </a:pPr>
            <a:r>
              <a:rPr lang="en-US" altLang="en-US" sz="1600" spc="-1" dirty="0">
                <a:solidFill>
                  <a:schemeClr val="tx1"/>
                </a:solidFill>
                <a:latin typeface="Times New Roman" panose="02020603050405020304" pitchFamily="18" charset="0"/>
                <a:cs typeface="Times New Roman" panose="02020603050405020304" pitchFamily="18" charset="0"/>
                <a:sym typeface="+mn-ea"/>
              </a:rPr>
              <a:t>Smart valves rebalance water flow</a:t>
            </a: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lvl="1" algn="l" defTabSz="457200">
              <a:lnSpc>
                <a:spcPct val="60000"/>
              </a:lnSpc>
            </a:pPr>
            <a:endParaRPr lang="en-US" altLang="en-US" sz="1600" b="0" strike="noStrike" spc="-1" dirty="0">
              <a:solidFill>
                <a:schemeClr val="tx1"/>
              </a:solidFill>
              <a:latin typeface="Times New Roman" panose="02020603050405020304" pitchFamily="18" charset="0"/>
              <a:cs typeface="Times New Roman" panose="02020603050405020304" pitchFamily="18" charset="0"/>
            </a:endParaRPr>
          </a:p>
          <a:p>
            <a:pPr marL="628650" lvl="1" indent="-171450" algn="l" defTabSz="457200">
              <a:lnSpc>
                <a:spcPct val="60000"/>
              </a:lnSpc>
              <a:buFont typeface="Arial" panose="020B0604020202020204" pitchFamily="34" charset="0"/>
              <a:buChar char="•"/>
            </a:pPr>
            <a:r>
              <a:rPr lang="en-US" altLang="en-US" sz="1600" spc="-1" dirty="0">
                <a:solidFill>
                  <a:schemeClr val="tx1"/>
                </a:solidFill>
                <a:latin typeface="Times New Roman" panose="02020603050405020304" pitchFamily="18" charset="0"/>
                <a:cs typeface="Times New Roman" panose="02020603050405020304" pitchFamily="18" charset="0"/>
                <a:sym typeface="+mn-ea"/>
              </a:rPr>
              <a:t>Live status and alerts on dashboard</a:t>
            </a:r>
            <a:endParaRPr lang="en-IN" sz="1600" dirty="0">
              <a:solidFill>
                <a:schemeClr val="tx1"/>
              </a:solidFill>
            </a:endParaRPr>
          </a:p>
        </p:txBody>
      </p:sp>
      <p:sp>
        <p:nvSpPr>
          <p:cNvPr id="7" name="Flowchart: Terminator 6"/>
          <p:cNvSpPr/>
          <p:nvPr/>
        </p:nvSpPr>
        <p:spPr>
          <a:xfrm>
            <a:off x="7647834" y="1110931"/>
            <a:ext cx="1674495" cy="445770"/>
          </a:xfrm>
          <a:prstGeom prst="flowChartTerminator">
            <a:avLst/>
          </a:prstGeom>
          <a:solidFill>
            <a:schemeClr val="bg1"/>
          </a:solidFill>
          <a:ln w="19050">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IN" sz="1600" dirty="0">
                <a:solidFill>
                  <a:schemeClr val="tx1"/>
                </a:solidFill>
                <a:latin typeface="Arial" panose="020B0604020202020204" pitchFamily="34" charset="0"/>
                <a:cs typeface="Arial" panose="020B0604020202020204" pitchFamily="34" charset="0"/>
              </a:rPr>
              <a:t>WorkFlow</a:t>
            </a:r>
            <a:endParaRPr lang="en-IN" sz="1600" dirty="0">
              <a:solidFill>
                <a:schemeClr val="tx1"/>
              </a:solidFill>
              <a:latin typeface="Arial" panose="020B0604020202020204" pitchFamily="34" charset="0"/>
              <a:cs typeface="Arial" panose="020B0604020202020204" pitchFamily="34" charset="0"/>
            </a:endParaRPr>
          </a:p>
        </p:txBody>
      </p:sp>
      <p:sp>
        <p:nvSpPr>
          <p:cNvPr id="8" name="Rectangle: Rounded Corners 39"/>
          <p:cNvSpPr/>
          <p:nvPr/>
        </p:nvSpPr>
        <p:spPr>
          <a:xfrm>
            <a:off x="932815" y="4076700"/>
            <a:ext cx="3570122" cy="1828800"/>
          </a:xfrm>
          <a:prstGeom prst="roundRect">
            <a:avLst/>
          </a:prstGeom>
          <a:ln>
            <a:solidFill>
              <a:schemeClr val="tx2">
                <a:lumMod val="40000"/>
                <a:lumOff val="60000"/>
              </a:schemeClr>
            </a:solidFill>
          </a:ln>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171450" lvl="0" indent="-171450" algn="l" defTabSz="457200">
              <a:lnSpc>
                <a:spcPct val="70000"/>
              </a:lnSpc>
              <a:buFont typeface="Arial" panose="020B0604020202020204" pitchFamily="34" charset="0"/>
              <a:buChar char="•"/>
            </a:pPr>
            <a:r>
              <a:rPr lang="en-US" altLang="en-US" sz="1600" dirty="0">
                <a:solidFill>
                  <a:schemeClr val="tx1"/>
                </a:solidFill>
              </a:rPr>
              <a:t>Uneven pressure → Zone balancing</a:t>
            </a:r>
            <a:endParaRPr lang="en-US" altLang="en-US" sz="1600" dirty="0">
              <a:solidFill>
                <a:schemeClr val="tx1"/>
              </a:solidFill>
            </a:endParaRPr>
          </a:p>
          <a:p>
            <a:pPr marL="171450" lvl="0" indent="-171450" algn="l" defTabSz="457200">
              <a:lnSpc>
                <a:spcPct val="70000"/>
              </a:lnSpc>
              <a:buFont typeface="Arial" panose="020B0604020202020204" pitchFamily="34" charset="0"/>
              <a:buChar char="•"/>
            </a:pPr>
            <a:endParaRPr lang="en-US" altLang="en-US" sz="1600" dirty="0">
              <a:solidFill>
                <a:schemeClr val="tx1"/>
              </a:solidFill>
            </a:endParaRPr>
          </a:p>
          <a:p>
            <a:pPr marL="171450" lvl="0" indent="-171450" algn="l" defTabSz="457200">
              <a:lnSpc>
                <a:spcPct val="70000"/>
              </a:lnSpc>
              <a:buFont typeface="Arial" panose="020B0604020202020204" pitchFamily="34" charset="0"/>
              <a:buChar char="•"/>
            </a:pPr>
            <a:r>
              <a:rPr lang="en-US" altLang="en-US" sz="1600" dirty="0">
                <a:solidFill>
                  <a:schemeClr val="tx1"/>
                </a:solidFill>
              </a:rPr>
              <a:t>Leakages → Early detection</a:t>
            </a:r>
            <a:endParaRPr lang="en-US" altLang="en-US" sz="1600" dirty="0">
              <a:solidFill>
                <a:schemeClr val="tx1"/>
              </a:solidFill>
            </a:endParaRPr>
          </a:p>
          <a:p>
            <a:pPr marL="171450" lvl="0" indent="-171450" algn="l" defTabSz="457200">
              <a:lnSpc>
                <a:spcPct val="70000"/>
              </a:lnSpc>
              <a:buFont typeface="Arial" panose="020B0604020202020204" pitchFamily="34" charset="0"/>
              <a:buChar char="•"/>
            </a:pPr>
            <a:endParaRPr lang="en-US" altLang="en-US" sz="1600" dirty="0">
              <a:solidFill>
                <a:schemeClr val="tx1"/>
              </a:solidFill>
            </a:endParaRPr>
          </a:p>
          <a:p>
            <a:pPr marL="171450" lvl="0" indent="-171450" algn="l" defTabSz="457200">
              <a:lnSpc>
                <a:spcPct val="70000"/>
              </a:lnSpc>
              <a:buFont typeface="Arial" panose="020B0604020202020204" pitchFamily="34" charset="0"/>
              <a:buChar char="•"/>
            </a:pPr>
            <a:r>
              <a:rPr lang="en-US" altLang="en-US" sz="1600" dirty="0">
                <a:solidFill>
                  <a:schemeClr val="tx1"/>
                </a:solidFill>
              </a:rPr>
              <a:t>Manual control → Automation</a:t>
            </a:r>
            <a:endParaRPr lang="en-US" altLang="en-US" sz="1600" dirty="0">
              <a:solidFill>
                <a:schemeClr val="tx1"/>
              </a:solidFill>
            </a:endParaRPr>
          </a:p>
          <a:p>
            <a:pPr marL="171450" lvl="0" indent="-171450" algn="l" defTabSz="457200">
              <a:lnSpc>
                <a:spcPct val="70000"/>
              </a:lnSpc>
              <a:buFont typeface="Arial" panose="020B0604020202020204" pitchFamily="34" charset="0"/>
              <a:buChar char="•"/>
            </a:pPr>
            <a:endParaRPr lang="en-US" altLang="en-US" sz="1600" dirty="0">
              <a:solidFill>
                <a:schemeClr val="tx1"/>
              </a:solidFill>
            </a:endParaRPr>
          </a:p>
          <a:p>
            <a:pPr marL="171450" lvl="0" indent="-171450" algn="l" defTabSz="457200">
              <a:lnSpc>
                <a:spcPct val="70000"/>
              </a:lnSpc>
              <a:buFont typeface="Arial" panose="020B0604020202020204" pitchFamily="34" charset="0"/>
              <a:buChar char="•"/>
            </a:pPr>
            <a:r>
              <a:rPr lang="en-US" altLang="en-US" sz="1600" dirty="0">
                <a:solidFill>
                  <a:schemeClr val="tx1"/>
                </a:solidFill>
              </a:rPr>
              <a:t>No visibility → Real-time monitoring</a:t>
            </a:r>
            <a:endParaRPr lang="en-US" altLang="en-US" sz="1600" dirty="0">
              <a:solidFill>
                <a:schemeClr val="tx1"/>
              </a:solidFill>
            </a:endParaRPr>
          </a:p>
        </p:txBody>
      </p:sp>
      <p:sp>
        <p:nvSpPr>
          <p:cNvPr id="9" name="Flowchart: Terminator 8"/>
          <p:cNvSpPr/>
          <p:nvPr/>
        </p:nvSpPr>
        <p:spPr>
          <a:xfrm>
            <a:off x="1722216" y="3680595"/>
            <a:ext cx="1894205" cy="480695"/>
          </a:xfrm>
          <a:prstGeom prst="flowChartTerminator">
            <a:avLst/>
          </a:prstGeom>
          <a:solidFill>
            <a:schemeClr val="bg1"/>
          </a:solidFill>
          <a:ln w="19050">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indent="0" defTabSz="457200">
              <a:lnSpc>
                <a:spcPct val="100000"/>
              </a:lnSpc>
              <a:buFont typeface="Wingdings" panose="05000000000000000000" charset="0"/>
              <a:buNone/>
            </a:pPr>
            <a:r>
              <a:rPr lang="en-US" altLang="en-US" sz="1600" spc="-1">
                <a:solidFill>
                  <a:srgbClr val="000000"/>
                </a:solidFill>
                <a:latin typeface="Arial" panose="020B0604020202020204" pitchFamily="34" charset="0"/>
                <a:cs typeface="Arial" panose="020B0604020202020204" pitchFamily="34" charset="0"/>
                <a:sym typeface="+mn-ea"/>
              </a:rPr>
              <a:t>Problem</a:t>
            </a:r>
            <a:r>
              <a:rPr lang="en-IN" altLang="en-US" sz="1600" spc="-1">
                <a:solidFill>
                  <a:srgbClr val="000000"/>
                </a:solidFill>
                <a:latin typeface="Arial" panose="020B0604020202020204" pitchFamily="34" charset="0"/>
                <a:cs typeface="Arial" panose="020B0604020202020204" pitchFamily="34" charset="0"/>
                <a:sym typeface="+mn-ea"/>
              </a:rPr>
              <a:t> </a:t>
            </a:r>
            <a:r>
              <a:rPr lang="en-US" altLang="en-US" sz="1600" spc="-1">
                <a:solidFill>
                  <a:srgbClr val="000000"/>
                </a:solidFill>
                <a:latin typeface="Arial" panose="020B0604020202020204" pitchFamily="34" charset="0"/>
                <a:cs typeface="Arial" panose="020B0604020202020204" pitchFamily="34" charset="0"/>
                <a:sym typeface="+mn-ea"/>
              </a:rPr>
              <a:t>Solved</a:t>
            </a:r>
            <a:endParaRPr lang="en-IN" sz="1600" dirty="0">
              <a:solidFill>
                <a:schemeClr val="tx1"/>
              </a:solidFill>
              <a:latin typeface="Arial" panose="020B0604020202020204" pitchFamily="34" charset="0"/>
              <a:cs typeface="Arial" panose="020B0604020202020204" pitchFamily="34" charset="0"/>
            </a:endParaRPr>
          </a:p>
        </p:txBody>
      </p:sp>
      <p:sp>
        <p:nvSpPr>
          <p:cNvPr id="11" name="Rectangle: Rounded Corners 39"/>
          <p:cNvSpPr/>
          <p:nvPr/>
        </p:nvSpPr>
        <p:spPr>
          <a:xfrm>
            <a:off x="6775645" y="4077017"/>
            <a:ext cx="3383915" cy="1828165"/>
          </a:xfrm>
          <a:prstGeom prst="roundRect">
            <a:avLst/>
          </a:prstGeom>
          <a:ln>
            <a:solidFill>
              <a:schemeClr val="tx2">
                <a:lumMod val="40000"/>
                <a:lumOff val="60000"/>
              </a:schemeClr>
            </a:solidFill>
          </a:ln>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628650" lvl="1" indent="-171450" algn="l" defTabSz="457200">
              <a:lnSpc>
                <a:spcPct val="70000"/>
              </a:lnSpc>
              <a:buFont typeface="Arial" panose="020B0604020202020204" pitchFamily="34" charset="0"/>
              <a:buChar char="•"/>
            </a:pPr>
            <a:endParaRPr lang="en-US" altLang="en-US" sz="1600" spc="-1">
              <a:solidFill>
                <a:srgbClr val="000000"/>
              </a:solidFill>
              <a:latin typeface="Times New Roman" panose="02020603050405020304" pitchFamily="18" charset="0"/>
              <a:cs typeface="Times New Roman" panose="02020603050405020304" pitchFamily="18" charset="0"/>
              <a:sym typeface="+mn-ea"/>
            </a:endParaRPr>
          </a:p>
          <a:p>
            <a:pPr marL="628650" lvl="1" indent="-171450" algn="l" defTabSz="457200">
              <a:lnSpc>
                <a:spcPct val="70000"/>
              </a:lnSpc>
              <a:buFont typeface="Arial" panose="020B0604020202020204" pitchFamily="34" charset="0"/>
              <a:buChar char="•"/>
            </a:pPr>
            <a:endParaRPr lang="en-US" altLang="en-US" sz="1600" spc="-1">
              <a:solidFill>
                <a:srgbClr val="000000"/>
              </a:solidFill>
              <a:latin typeface="Times New Roman" panose="02020603050405020304" pitchFamily="18" charset="0"/>
              <a:cs typeface="Times New Roman" panose="02020603050405020304" pitchFamily="18" charset="0"/>
              <a:sym typeface="+mn-ea"/>
            </a:endParaRPr>
          </a:p>
          <a:p>
            <a:pPr marL="628650" lvl="1" indent="-171450" algn="l" defTabSz="457200">
              <a:lnSpc>
                <a:spcPct val="70000"/>
              </a:lnSpc>
              <a:buFont typeface="Arial" panose="020B0604020202020204" pitchFamily="34" charset="0"/>
              <a:buChar char="•"/>
            </a:pPr>
            <a:r>
              <a:rPr lang="en-US" altLang="en-US" sz="1600" spc="-1">
                <a:solidFill>
                  <a:srgbClr val="000000"/>
                </a:solidFill>
                <a:latin typeface="Times New Roman" panose="02020603050405020304" pitchFamily="18" charset="0"/>
                <a:cs typeface="Times New Roman" panose="02020603050405020304" pitchFamily="18" charset="0"/>
                <a:sym typeface="+mn-ea"/>
              </a:rPr>
              <a:t>Focus on fairness, not only monitoring</a:t>
            </a:r>
            <a:endParaRPr lang="en-US" altLang="en-US" sz="1600" b="0" strike="noStrike" spc="-1">
              <a:solidFill>
                <a:srgbClr val="000000"/>
              </a:solidFill>
              <a:latin typeface="Times New Roman" panose="02020603050405020304" pitchFamily="18" charset="0"/>
              <a:cs typeface="Times New Roman" panose="02020603050405020304" pitchFamily="18" charset="0"/>
            </a:endParaRPr>
          </a:p>
          <a:p>
            <a:pPr marL="628650" lvl="1" indent="-171450" algn="l" defTabSz="457200">
              <a:lnSpc>
                <a:spcPct val="70000"/>
              </a:lnSpc>
              <a:buFont typeface="Arial" panose="020B0604020202020204" pitchFamily="34" charset="0"/>
              <a:buChar char="•"/>
            </a:pPr>
            <a:endParaRPr lang="en-US" altLang="en-US" sz="1600" b="0" strike="noStrike" spc="-1">
              <a:solidFill>
                <a:srgbClr val="000000"/>
              </a:solidFill>
              <a:latin typeface="Times New Roman" panose="02020603050405020304" pitchFamily="18" charset="0"/>
              <a:cs typeface="Times New Roman" panose="02020603050405020304" pitchFamily="18" charset="0"/>
            </a:endParaRPr>
          </a:p>
          <a:p>
            <a:pPr marL="628650" lvl="1" indent="-171450" algn="l" defTabSz="457200">
              <a:lnSpc>
                <a:spcPct val="70000"/>
              </a:lnSpc>
              <a:buFont typeface="Arial" panose="020B0604020202020204" pitchFamily="34" charset="0"/>
              <a:buChar char="•"/>
            </a:pPr>
            <a:r>
              <a:rPr lang="en-US" altLang="en-US" sz="1600" spc="-1">
                <a:solidFill>
                  <a:srgbClr val="000000"/>
                </a:solidFill>
                <a:latin typeface="Times New Roman" panose="02020603050405020304" pitchFamily="18" charset="0"/>
                <a:cs typeface="Times New Roman" panose="02020603050405020304" pitchFamily="18" charset="0"/>
                <a:sym typeface="+mn-ea"/>
              </a:rPr>
              <a:t>Automatic correction, not just alerts</a:t>
            </a:r>
            <a:endParaRPr lang="en-US" altLang="en-US" sz="1600" b="0" strike="noStrike" spc="-1">
              <a:solidFill>
                <a:srgbClr val="000000"/>
              </a:solidFill>
              <a:latin typeface="Times New Roman" panose="02020603050405020304" pitchFamily="18" charset="0"/>
              <a:cs typeface="Times New Roman" panose="02020603050405020304" pitchFamily="18" charset="0"/>
            </a:endParaRPr>
          </a:p>
          <a:p>
            <a:pPr marL="628650" lvl="1" indent="-171450" algn="l" defTabSz="457200">
              <a:lnSpc>
                <a:spcPct val="70000"/>
              </a:lnSpc>
              <a:buFont typeface="Arial" panose="020B0604020202020204" pitchFamily="34" charset="0"/>
              <a:buChar char="•"/>
            </a:pPr>
            <a:endParaRPr lang="en-US" altLang="en-US" sz="1600" b="0" strike="noStrike" spc="-1">
              <a:solidFill>
                <a:srgbClr val="000000"/>
              </a:solidFill>
              <a:latin typeface="Times New Roman" panose="02020603050405020304" pitchFamily="18" charset="0"/>
              <a:cs typeface="Times New Roman" panose="02020603050405020304" pitchFamily="18" charset="0"/>
            </a:endParaRPr>
          </a:p>
          <a:p>
            <a:pPr marL="628650" lvl="1" indent="-171450" algn="l" defTabSz="457200">
              <a:lnSpc>
                <a:spcPct val="70000"/>
              </a:lnSpc>
              <a:buFont typeface="Arial" panose="020B0604020202020204" pitchFamily="34" charset="0"/>
              <a:buChar char="•"/>
            </a:pPr>
            <a:r>
              <a:rPr lang="en-US" altLang="en-US" sz="1600" spc="-1">
                <a:solidFill>
                  <a:srgbClr val="000000"/>
                </a:solidFill>
                <a:latin typeface="Times New Roman" panose="02020603050405020304" pitchFamily="18" charset="0"/>
                <a:cs typeface="Times New Roman" panose="02020603050405020304" pitchFamily="18" charset="0"/>
                <a:sym typeface="+mn-ea"/>
              </a:rPr>
              <a:t>Simple and scalable for municipalities</a:t>
            </a:r>
            <a:endParaRPr lang="en-US" altLang="en-US" sz="1600" b="0" strike="noStrike" spc="-1">
              <a:solidFill>
                <a:srgbClr val="000000"/>
              </a:solidFill>
              <a:latin typeface="Times New Roman" panose="02020603050405020304" pitchFamily="18" charset="0"/>
              <a:cs typeface="Times New Roman" panose="02020603050405020304" pitchFamily="18" charset="0"/>
            </a:endParaRPr>
          </a:p>
          <a:p>
            <a:pPr marL="628650" lvl="1" indent="-171450" algn="l" defTabSz="457200">
              <a:lnSpc>
                <a:spcPct val="50000"/>
              </a:lnSpc>
              <a:buFont typeface="Arial" panose="020B0604020202020204" pitchFamily="34" charset="0"/>
              <a:buChar char="•"/>
            </a:pPr>
            <a:endParaRPr lang="en-US" altLang="en-US" sz="1400" b="0" strike="noStrike" spc="-1">
              <a:solidFill>
                <a:srgbClr val="000000"/>
              </a:solidFill>
              <a:latin typeface="Arial" panose="020B0604020202020204" pitchFamily="34" charset="0"/>
              <a:cs typeface="Arial" panose="020B0604020202020204" pitchFamily="34" charset="0"/>
            </a:endParaRPr>
          </a:p>
          <a:p>
            <a:pPr lvl="0" indent="0" algn="l" defTabSz="457200">
              <a:lnSpc>
                <a:spcPct val="50000"/>
              </a:lnSpc>
              <a:buFont typeface="Arial" panose="020B0604020202020204" pitchFamily="34" charset="0"/>
              <a:buNone/>
            </a:pPr>
            <a:endParaRPr lang="en-US" altLang="en-US" sz="1400" b="0" strike="noStrike" spc="-1">
              <a:solidFill>
                <a:srgbClr val="000000"/>
              </a:solidFill>
              <a:latin typeface="Arial" panose="020B0604020202020204" pitchFamily="34" charset="0"/>
              <a:cs typeface="Arial" panose="020B0604020202020204" pitchFamily="34" charset="0"/>
            </a:endParaRPr>
          </a:p>
          <a:p>
            <a:pPr marL="171450" lvl="0" indent="-171450" algn="l" defTabSz="457200">
              <a:lnSpc>
                <a:spcPct val="90000"/>
              </a:lnSpc>
              <a:buFont typeface="Wingdings" panose="05000000000000000000" charset="0"/>
              <a:buChar char="v"/>
            </a:pPr>
            <a:endParaRPr lang="en-IN" sz="1400" dirty="0">
              <a:solidFill>
                <a:schemeClr val="tx1"/>
              </a:solidFill>
            </a:endParaRPr>
          </a:p>
        </p:txBody>
      </p:sp>
      <p:sp>
        <p:nvSpPr>
          <p:cNvPr id="12" name="Flowchart: Terminator 11"/>
          <p:cNvSpPr/>
          <p:nvPr/>
        </p:nvSpPr>
        <p:spPr>
          <a:xfrm>
            <a:off x="7564648" y="3721564"/>
            <a:ext cx="1840865" cy="434340"/>
          </a:xfrm>
          <a:prstGeom prst="flowChartTerminator">
            <a:avLst/>
          </a:prstGeom>
          <a:solidFill>
            <a:schemeClr val="bg1"/>
          </a:solidFill>
          <a:ln w="19050">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600" dirty="0">
                <a:solidFill>
                  <a:schemeClr val="tx1"/>
                </a:solidFill>
                <a:latin typeface="Arial" panose="020B0604020202020204" pitchFamily="34" charset="0"/>
                <a:cs typeface="Arial" panose="020B0604020202020204" pitchFamily="34" charset="0"/>
                <a:sym typeface="+mn-ea"/>
              </a:rPr>
              <a:t>Innovation</a:t>
            </a:r>
            <a:endParaRPr lang="en-IN" sz="1600" dirty="0">
              <a:solidFill>
                <a:schemeClr val="tx1"/>
              </a:solidFill>
              <a:latin typeface="Arial" panose="020B0604020202020204" pitchFamily="34" charset="0"/>
              <a:cs typeface="Arial" panose="020B0604020202020204" pitchFamily="34" charset="0"/>
            </a:endParaRPr>
          </a:p>
        </p:txBody>
      </p:sp>
      <p:sp>
        <p:nvSpPr>
          <p:cNvPr id="14" name="Rectangle: Rounded Corners 39"/>
          <p:cNvSpPr/>
          <p:nvPr/>
        </p:nvSpPr>
        <p:spPr>
          <a:xfrm>
            <a:off x="1082885" y="1513840"/>
            <a:ext cx="3398462" cy="1830070"/>
          </a:xfrm>
          <a:prstGeom prst="roundRect">
            <a:avLst/>
          </a:prstGeom>
          <a:ln>
            <a:solidFill>
              <a:schemeClr val="tx2">
                <a:lumMod val="40000"/>
                <a:lumOff val="60000"/>
              </a:schemeClr>
            </a:solidFill>
          </a:ln>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1" algn="l" defTabSz="457200">
              <a:lnSpc>
                <a:spcPct val="100000"/>
              </a:lnSpc>
            </a:pPr>
            <a:r>
              <a:rPr lang="en-US" altLang="en-US" sz="1600" spc="-1">
                <a:solidFill>
                  <a:srgbClr val="000000"/>
                </a:solidFill>
                <a:latin typeface="Times New Roman" panose="02020603050405020304" pitchFamily="18" charset="0"/>
                <a:cs typeface="Times New Roman" panose="02020603050405020304" pitchFamily="18" charset="0"/>
                <a:sym typeface="+mn-ea"/>
              </a:rPr>
              <a:t>A smart IoT-based system that ensures fair water supply across all areas by monitoring pressure and flow in real time and automatically correcting imbalances.</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15" name="Flowchart: Terminator 14"/>
          <p:cNvSpPr/>
          <p:nvPr/>
        </p:nvSpPr>
        <p:spPr>
          <a:xfrm>
            <a:off x="1613535" y="1122045"/>
            <a:ext cx="1901825" cy="447040"/>
          </a:xfrm>
          <a:prstGeom prst="flowChartTerminator">
            <a:avLst/>
          </a:prstGeom>
          <a:solidFill>
            <a:schemeClr val="bg1"/>
          </a:solidFill>
          <a:ln w="19050">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indent="0" algn="ctr" defTabSz="457200">
              <a:lnSpc>
                <a:spcPct val="100000"/>
              </a:lnSpc>
              <a:buFont typeface="Wingdings" panose="05000000000000000000" charset="0"/>
              <a:buNone/>
            </a:pPr>
            <a:r>
              <a:rPr lang="en-IN" sz="1600" spc="-1">
                <a:solidFill>
                  <a:srgbClr val="000000"/>
                </a:solidFill>
                <a:latin typeface="Arial" panose="020B0604020202020204" pitchFamily="34" charset="0"/>
                <a:cs typeface="Arial" panose="020B0604020202020204" pitchFamily="34" charset="0"/>
                <a:sym typeface="+mn-ea"/>
              </a:rPr>
              <a:t>Idea </a:t>
            </a:r>
            <a:endParaRPr lang="en-IN" sz="1600" dirty="0">
              <a:solidFill>
                <a:schemeClr val="tx1"/>
              </a:solidFill>
              <a:latin typeface="Arial" panose="020B0604020202020204" pitchFamily="34" charset="0"/>
              <a:cs typeface="Arial" panose="020B0604020202020204" pitchFamily="34" charset="0"/>
            </a:endParaRPr>
          </a:p>
        </p:txBody>
      </p:sp>
      <p:grpSp>
        <p:nvGrpSpPr>
          <p:cNvPr id="17" name="Group 16"/>
          <p:cNvGrpSpPr/>
          <p:nvPr/>
        </p:nvGrpSpPr>
        <p:grpSpPr>
          <a:xfrm>
            <a:off x="4890567" y="1142365"/>
            <a:ext cx="1418790" cy="4971774"/>
            <a:chOff x="2849881" y="1025664"/>
            <a:chExt cx="1418790" cy="4971774"/>
          </a:xfrm>
        </p:grpSpPr>
        <p:sp>
          <p:nvSpPr>
            <p:cNvPr id="28" name="Block Arc 27"/>
            <p:cNvSpPr/>
            <p:nvPr/>
          </p:nvSpPr>
          <p:spPr>
            <a:xfrm rot="5400000">
              <a:off x="2860033" y="1094170"/>
              <a:ext cx="1477144" cy="1340132"/>
            </a:xfrm>
            <a:prstGeom prst="blockArc">
              <a:avLst/>
            </a:prstGeom>
          </p:spPr>
          <p:style>
            <a:lnRef idx="3">
              <a:schemeClr val="lt1"/>
            </a:lnRef>
            <a:fillRef idx="1">
              <a:schemeClr val="accent5"/>
            </a:fillRef>
            <a:effectRef idx="1">
              <a:schemeClr val="accent5"/>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solidFill>
                  <a:schemeClr val="tx1"/>
                </a:solidFill>
              </a:endParaRPr>
            </a:p>
          </p:txBody>
        </p:sp>
        <p:sp>
          <p:nvSpPr>
            <p:cNvPr id="29" name="Block Arc 28"/>
            <p:cNvSpPr/>
            <p:nvPr/>
          </p:nvSpPr>
          <p:spPr>
            <a:xfrm rot="16200000" flipH="1">
              <a:off x="2781375" y="2259047"/>
              <a:ext cx="1477144" cy="1340132"/>
            </a:xfrm>
            <a:prstGeom prst="blockArc">
              <a:avLst/>
            </a:prstGeom>
          </p:spPr>
          <p:style>
            <a:lnRef idx="3">
              <a:schemeClr val="lt1"/>
            </a:lnRef>
            <a:fillRef idx="1">
              <a:schemeClr val="accent4"/>
            </a:fillRef>
            <a:effectRef idx="1">
              <a:schemeClr val="accent4"/>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solidFill>
                  <a:schemeClr val="tx1"/>
                </a:solidFill>
              </a:endParaRPr>
            </a:p>
          </p:txBody>
        </p:sp>
        <p:sp>
          <p:nvSpPr>
            <p:cNvPr id="30" name="Block Arc 29"/>
            <p:cNvSpPr/>
            <p:nvPr/>
          </p:nvSpPr>
          <p:spPr>
            <a:xfrm rot="5400000">
              <a:off x="2860033" y="3445800"/>
              <a:ext cx="1477144" cy="1340132"/>
            </a:xfrm>
            <a:prstGeom prst="blockArc">
              <a:avLst/>
            </a:prstGeom>
          </p:spPr>
          <p:style>
            <a:lnRef idx="3">
              <a:schemeClr val="lt1"/>
            </a:lnRef>
            <a:fillRef idx="1">
              <a:schemeClr val="accent3"/>
            </a:fillRef>
            <a:effectRef idx="1">
              <a:schemeClr val="accent3"/>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solidFill>
                  <a:schemeClr val="tx1"/>
                </a:solidFill>
              </a:endParaRPr>
            </a:p>
          </p:txBody>
        </p:sp>
        <p:sp>
          <p:nvSpPr>
            <p:cNvPr id="31" name="Block Arc 30"/>
            <p:cNvSpPr/>
            <p:nvPr/>
          </p:nvSpPr>
          <p:spPr>
            <a:xfrm rot="16200000" flipH="1">
              <a:off x="2781375" y="4588800"/>
              <a:ext cx="1477144" cy="1340132"/>
            </a:xfrm>
            <a:prstGeom prst="blockArc">
              <a:avLst/>
            </a:prstGeom>
          </p:spPr>
          <p:style>
            <a:lnRef idx="3">
              <a:schemeClr val="lt1"/>
            </a:lnRef>
            <a:fillRef idx="1">
              <a:schemeClr val="accent6"/>
            </a:fillRef>
            <a:effectRef idx="1">
              <a:schemeClr val="accent6"/>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solidFill>
                  <a:schemeClr val="tx1"/>
                </a:solidFill>
              </a:endParaRPr>
            </a:p>
          </p:txBody>
        </p:sp>
        <p:sp>
          <p:nvSpPr>
            <p:cNvPr id="32" name="Flowchart: Connector 31"/>
            <p:cNvSpPr/>
            <p:nvPr/>
          </p:nvSpPr>
          <p:spPr>
            <a:xfrm>
              <a:off x="2928539" y="1366444"/>
              <a:ext cx="752170" cy="747251"/>
            </a:xfrm>
            <a:prstGeom prst="flowChartConnector">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p>
          </p:txBody>
        </p:sp>
        <p:sp>
          <p:nvSpPr>
            <p:cNvPr id="33" name="Flowchart: Connector 32"/>
            <p:cNvSpPr/>
            <p:nvPr/>
          </p:nvSpPr>
          <p:spPr>
            <a:xfrm>
              <a:off x="3397041" y="2574168"/>
              <a:ext cx="752170" cy="747251"/>
            </a:xfrm>
            <a:prstGeom prst="flowChartConnector">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p>
          </p:txBody>
        </p:sp>
        <p:sp>
          <p:nvSpPr>
            <p:cNvPr id="34" name="Flowchart: Connector 33"/>
            <p:cNvSpPr/>
            <p:nvPr/>
          </p:nvSpPr>
          <p:spPr>
            <a:xfrm>
              <a:off x="2928539" y="3699227"/>
              <a:ext cx="752170" cy="747251"/>
            </a:xfrm>
            <a:prstGeom prst="flowChartConnector">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p>
          </p:txBody>
        </p:sp>
        <p:sp>
          <p:nvSpPr>
            <p:cNvPr id="35" name="Flowchart: Connector 34"/>
            <p:cNvSpPr/>
            <p:nvPr/>
          </p:nvSpPr>
          <p:spPr>
            <a:xfrm>
              <a:off x="3397041" y="4925798"/>
              <a:ext cx="752170" cy="747251"/>
            </a:xfrm>
            <a:prstGeom prst="flowChartConnector">
              <a:avLst/>
            </a:prstGeom>
            <a:solidFill>
              <a:schemeClr val="bg1"/>
            </a:solidFill>
            <a:ln w="28575"/>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IN" dirty="0"/>
            </a:p>
          </p:txBody>
        </p:sp>
        <p:pic>
          <p:nvPicPr>
            <p:cNvPr id="36" name="Picture 35"/>
            <p:cNvPicPr>
              <a:picLocks noChangeAspect="1"/>
            </p:cNvPicPr>
            <p:nvPr/>
          </p:nvPicPr>
          <p:blipFill>
            <a:blip r:embed="rId3"/>
            <a:stretch>
              <a:fillRect/>
            </a:stretch>
          </p:blipFill>
          <p:spPr>
            <a:xfrm>
              <a:off x="3026863" y="1422738"/>
              <a:ext cx="532413" cy="532413"/>
            </a:xfrm>
            <a:prstGeom prst="rect">
              <a:avLst/>
            </a:prstGeom>
          </p:spPr>
        </p:pic>
        <p:pic>
          <p:nvPicPr>
            <p:cNvPr id="37" name="Picture 36"/>
            <p:cNvPicPr>
              <a:picLocks noChangeAspect="1"/>
            </p:cNvPicPr>
            <p:nvPr/>
          </p:nvPicPr>
          <p:blipFill>
            <a:blip r:embed="rId4"/>
            <a:stretch>
              <a:fillRect/>
            </a:stretch>
          </p:blipFill>
          <p:spPr>
            <a:xfrm>
              <a:off x="3493895" y="2619960"/>
              <a:ext cx="609332" cy="609332"/>
            </a:xfrm>
            <a:prstGeom prst="rect">
              <a:avLst/>
            </a:prstGeom>
          </p:spPr>
        </p:pic>
        <p:pic>
          <p:nvPicPr>
            <p:cNvPr id="38" name="Picture 37"/>
            <p:cNvPicPr>
              <a:picLocks noChangeAspect="1"/>
            </p:cNvPicPr>
            <p:nvPr/>
          </p:nvPicPr>
          <p:blipFill>
            <a:blip r:embed="rId5"/>
            <a:stretch>
              <a:fillRect/>
            </a:stretch>
          </p:blipFill>
          <p:spPr>
            <a:xfrm>
              <a:off x="2999089" y="3744530"/>
              <a:ext cx="650401" cy="650401"/>
            </a:xfrm>
            <a:prstGeom prst="rect">
              <a:avLst/>
            </a:prstGeom>
          </p:spPr>
        </p:pic>
        <p:pic>
          <p:nvPicPr>
            <p:cNvPr id="39" name="Picture 38"/>
            <p:cNvPicPr>
              <a:picLocks noChangeAspect="1"/>
            </p:cNvPicPr>
            <p:nvPr/>
          </p:nvPicPr>
          <p:blipFill>
            <a:blip r:embed="rId6"/>
            <a:stretch>
              <a:fillRect/>
            </a:stretch>
          </p:blipFill>
          <p:spPr>
            <a:xfrm>
              <a:off x="3478158" y="4967123"/>
              <a:ext cx="589936" cy="589936"/>
            </a:xfrm>
            <a:prstGeom prst="rect">
              <a:avLst/>
            </a:prstGeom>
          </p:spPr>
        </p:pic>
      </p:grpSp>
      <p:sp>
        <p:nvSpPr>
          <p:cNvPr id="45" name="TextBox 47"/>
          <p:cNvSpPr txBox="1"/>
          <p:nvPr/>
        </p:nvSpPr>
        <p:spPr>
          <a:xfrm>
            <a:off x="4418355" y="1632297"/>
            <a:ext cx="938552" cy="461665"/>
          </a:xfrm>
          <a:prstGeom prst="rect">
            <a:avLst/>
          </a:prstGeom>
          <a:noFill/>
        </p:spPr>
        <p:txBody>
          <a:bodyPr wrap="square" rtlCol="0">
            <a:spAutoFit/>
          </a:bodyPr>
          <a:lstStyle>
            <a:defPPr>
              <a:defRPr lang="en-US"/>
            </a:defPPr>
            <a:lvl1pPr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1pPr>
            <a:lvl2pPr marL="4572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2pPr>
            <a:lvl3pPr marL="9144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3pPr>
            <a:lvl4pPr marL="13716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4pPr>
            <a:lvl5pPr marL="18288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5pPr>
            <a:lvl6pPr marL="2286000" algn="l" defTabSz="914400" rtl="0" eaLnBrk="1" latinLnBrk="0" hangingPunct="1">
              <a:defRPr kern="1200">
                <a:solidFill>
                  <a:schemeClr val="tx1"/>
                </a:solidFill>
                <a:latin typeface="Calibri" panose="020F0502020204030204" charset="0"/>
                <a:ea typeface="MS PGothic" panose="020B0600070205080204" charset="-128"/>
                <a:cs typeface="+mn-cs"/>
              </a:defRPr>
            </a:lvl6pPr>
            <a:lvl7pPr marL="2743200" algn="l" defTabSz="914400" rtl="0" eaLnBrk="1" latinLnBrk="0" hangingPunct="1">
              <a:defRPr kern="1200">
                <a:solidFill>
                  <a:schemeClr val="tx1"/>
                </a:solidFill>
                <a:latin typeface="Calibri" panose="020F0502020204030204" charset="0"/>
                <a:ea typeface="MS PGothic" panose="020B0600070205080204" charset="-128"/>
                <a:cs typeface="+mn-cs"/>
              </a:defRPr>
            </a:lvl7pPr>
            <a:lvl8pPr marL="3200400" algn="l" defTabSz="914400" rtl="0" eaLnBrk="1" latinLnBrk="0" hangingPunct="1">
              <a:defRPr kern="1200">
                <a:solidFill>
                  <a:schemeClr val="tx1"/>
                </a:solidFill>
                <a:latin typeface="Calibri" panose="020F0502020204030204" charset="0"/>
                <a:ea typeface="MS PGothic" panose="020B0600070205080204" charset="-128"/>
                <a:cs typeface="+mn-cs"/>
              </a:defRPr>
            </a:lvl8pPr>
            <a:lvl9pPr marL="3657600" algn="l" defTabSz="914400" rtl="0" eaLnBrk="1" latinLnBrk="0" hangingPunct="1">
              <a:defRPr kern="1200">
                <a:solidFill>
                  <a:schemeClr val="tx1"/>
                </a:solidFill>
                <a:latin typeface="Calibri" panose="020F0502020204030204" charset="0"/>
                <a:ea typeface="MS PGothic" panose="020B0600070205080204" charset="-128"/>
                <a:cs typeface="+mn-cs"/>
              </a:defRPr>
            </a:lvl9pPr>
          </a:lstStyle>
          <a:p>
            <a:r>
              <a:rPr lang="en-US" sz="2400" dirty="0">
                <a:solidFill>
                  <a:schemeClr val="accent1">
                    <a:lumMod val="75000"/>
                  </a:schemeClr>
                </a:solidFill>
              </a:rPr>
              <a:t>….....</a:t>
            </a:r>
            <a:endParaRPr lang="en-IN" sz="2400" dirty="0">
              <a:solidFill>
                <a:schemeClr val="accent1">
                  <a:lumMod val="75000"/>
                </a:schemeClr>
              </a:solidFill>
            </a:endParaRPr>
          </a:p>
        </p:txBody>
      </p:sp>
      <p:sp>
        <p:nvSpPr>
          <p:cNvPr id="46" name="TextBox 47"/>
          <p:cNvSpPr txBox="1"/>
          <p:nvPr/>
        </p:nvSpPr>
        <p:spPr>
          <a:xfrm>
            <a:off x="6033896" y="2663729"/>
            <a:ext cx="938552" cy="461665"/>
          </a:xfrm>
          <a:prstGeom prst="rect">
            <a:avLst/>
          </a:prstGeom>
          <a:noFill/>
        </p:spPr>
        <p:txBody>
          <a:bodyPr wrap="square" rtlCol="0">
            <a:spAutoFit/>
          </a:bodyPr>
          <a:lstStyle>
            <a:defPPr>
              <a:defRPr lang="en-US"/>
            </a:defPPr>
            <a:lvl1pPr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1pPr>
            <a:lvl2pPr marL="4572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2pPr>
            <a:lvl3pPr marL="9144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3pPr>
            <a:lvl4pPr marL="13716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4pPr>
            <a:lvl5pPr marL="18288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5pPr>
            <a:lvl6pPr marL="2286000" algn="l" defTabSz="914400" rtl="0" eaLnBrk="1" latinLnBrk="0" hangingPunct="1">
              <a:defRPr kern="1200">
                <a:solidFill>
                  <a:schemeClr val="tx1"/>
                </a:solidFill>
                <a:latin typeface="Calibri" panose="020F0502020204030204" charset="0"/>
                <a:ea typeface="MS PGothic" panose="020B0600070205080204" charset="-128"/>
                <a:cs typeface="+mn-cs"/>
              </a:defRPr>
            </a:lvl6pPr>
            <a:lvl7pPr marL="2743200" algn="l" defTabSz="914400" rtl="0" eaLnBrk="1" latinLnBrk="0" hangingPunct="1">
              <a:defRPr kern="1200">
                <a:solidFill>
                  <a:schemeClr val="tx1"/>
                </a:solidFill>
                <a:latin typeface="Calibri" panose="020F0502020204030204" charset="0"/>
                <a:ea typeface="MS PGothic" panose="020B0600070205080204" charset="-128"/>
                <a:cs typeface="+mn-cs"/>
              </a:defRPr>
            </a:lvl7pPr>
            <a:lvl8pPr marL="3200400" algn="l" defTabSz="914400" rtl="0" eaLnBrk="1" latinLnBrk="0" hangingPunct="1">
              <a:defRPr kern="1200">
                <a:solidFill>
                  <a:schemeClr val="tx1"/>
                </a:solidFill>
                <a:latin typeface="Calibri" panose="020F0502020204030204" charset="0"/>
                <a:ea typeface="MS PGothic" panose="020B0600070205080204" charset="-128"/>
                <a:cs typeface="+mn-cs"/>
              </a:defRPr>
            </a:lvl8pPr>
            <a:lvl9pPr marL="3657600" algn="l" defTabSz="914400" rtl="0" eaLnBrk="1" latinLnBrk="0" hangingPunct="1">
              <a:defRPr kern="1200">
                <a:solidFill>
                  <a:schemeClr val="tx1"/>
                </a:solidFill>
                <a:latin typeface="Calibri" panose="020F0502020204030204" charset="0"/>
                <a:ea typeface="MS PGothic" panose="020B0600070205080204" charset="-128"/>
                <a:cs typeface="+mn-cs"/>
              </a:defRPr>
            </a:lvl9pPr>
          </a:lstStyle>
          <a:p>
            <a:r>
              <a:rPr lang="en-US" sz="2400" dirty="0">
                <a:solidFill>
                  <a:schemeClr val="accent1">
                    <a:lumMod val="75000"/>
                  </a:schemeClr>
                </a:solidFill>
              </a:rPr>
              <a:t>….....</a:t>
            </a:r>
            <a:endParaRPr lang="en-IN" sz="2400" dirty="0">
              <a:solidFill>
                <a:schemeClr val="accent1">
                  <a:lumMod val="75000"/>
                </a:schemeClr>
              </a:solidFill>
            </a:endParaRPr>
          </a:p>
        </p:txBody>
      </p:sp>
      <p:sp>
        <p:nvSpPr>
          <p:cNvPr id="47" name="TextBox 47"/>
          <p:cNvSpPr txBox="1"/>
          <p:nvPr/>
        </p:nvSpPr>
        <p:spPr>
          <a:xfrm>
            <a:off x="4451813" y="4063995"/>
            <a:ext cx="938552" cy="460375"/>
          </a:xfrm>
          <a:prstGeom prst="rect">
            <a:avLst/>
          </a:prstGeom>
          <a:noFill/>
        </p:spPr>
        <p:txBody>
          <a:bodyPr wrap="square" rtlCol="0">
            <a:spAutoFit/>
          </a:bodyPr>
          <a:lstStyle>
            <a:defPPr>
              <a:defRPr lang="en-US"/>
            </a:defPPr>
            <a:lvl1pPr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1pPr>
            <a:lvl2pPr marL="4572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2pPr>
            <a:lvl3pPr marL="9144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3pPr>
            <a:lvl4pPr marL="13716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4pPr>
            <a:lvl5pPr marL="18288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5pPr>
            <a:lvl6pPr marL="2286000" algn="l" defTabSz="914400" rtl="0" eaLnBrk="1" latinLnBrk="0" hangingPunct="1">
              <a:defRPr kern="1200">
                <a:solidFill>
                  <a:schemeClr val="tx1"/>
                </a:solidFill>
                <a:latin typeface="Calibri" panose="020F0502020204030204" charset="0"/>
                <a:ea typeface="MS PGothic" panose="020B0600070205080204" charset="-128"/>
                <a:cs typeface="+mn-cs"/>
              </a:defRPr>
            </a:lvl6pPr>
            <a:lvl7pPr marL="2743200" algn="l" defTabSz="914400" rtl="0" eaLnBrk="1" latinLnBrk="0" hangingPunct="1">
              <a:defRPr kern="1200">
                <a:solidFill>
                  <a:schemeClr val="tx1"/>
                </a:solidFill>
                <a:latin typeface="Calibri" panose="020F0502020204030204" charset="0"/>
                <a:ea typeface="MS PGothic" panose="020B0600070205080204" charset="-128"/>
                <a:cs typeface="+mn-cs"/>
              </a:defRPr>
            </a:lvl7pPr>
            <a:lvl8pPr marL="3200400" algn="l" defTabSz="914400" rtl="0" eaLnBrk="1" latinLnBrk="0" hangingPunct="1">
              <a:defRPr kern="1200">
                <a:solidFill>
                  <a:schemeClr val="tx1"/>
                </a:solidFill>
                <a:latin typeface="Calibri" panose="020F0502020204030204" charset="0"/>
                <a:ea typeface="MS PGothic" panose="020B0600070205080204" charset="-128"/>
                <a:cs typeface="+mn-cs"/>
              </a:defRPr>
            </a:lvl8pPr>
            <a:lvl9pPr marL="3657600" algn="l" defTabSz="914400" rtl="0" eaLnBrk="1" latinLnBrk="0" hangingPunct="1">
              <a:defRPr kern="1200">
                <a:solidFill>
                  <a:schemeClr val="tx1"/>
                </a:solidFill>
                <a:latin typeface="Calibri" panose="020F0502020204030204" charset="0"/>
                <a:ea typeface="MS PGothic" panose="020B0600070205080204" charset="-128"/>
                <a:cs typeface="+mn-cs"/>
              </a:defRPr>
            </a:lvl9pPr>
          </a:lstStyle>
          <a:p>
            <a:r>
              <a:rPr lang="en-US" sz="2400" dirty="0">
                <a:solidFill>
                  <a:schemeClr val="accent1">
                    <a:lumMod val="75000"/>
                  </a:schemeClr>
                </a:solidFill>
              </a:rPr>
              <a:t>…..</a:t>
            </a:r>
            <a:r>
              <a:rPr lang="en-IN" altLang="en-US" sz="2400" dirty="0">
                <a:solidFill>
                  <a:schemeClr val="accent1">
                    <a:lumMod val="75000"/>
                  </a:schemeClr>
                </a:solidFill>
              </a:rPr>
              <a:t>..</a:t>
            </a:r>
            <a:r>
              <a:rPr lang="en-US" sz="2400" dirty="0">
                <a:solidFill>
                  <a:schemeClr val="accent1">
                    <a:lumMod val="75000"/>
                  </a:schemeClr>
                </a:solidFill>
              </a:rPr>
              <a:t>.</a:t>
            </a:r>
            <a:endParaRPr lang="en-IN" sz="2400" dirty="0">
              <a:solidFill>
                <a:schemeClr val="accent1">
                  <a:lumMod val="75000"/>
                </a:schemeClr>
              </a:solidFill>
            </a:endParaRPr>
          </a:p>
        </p:txBody>
      </p:sp>
      <p:sp>
        <p:nvSpPr>
          <p:cNvPr id="48" name="TextBox 47"/>
          <p:cNvSpPr txBox="1"/>
          <p:nvPr/>
        </p:nvSpPr>
        <p:spPr>
          <a:xfrm>
            <a:off x="6095682" y="5131753"/>
            <a:ext cx="938552" cy="460375"/>
          </a:xfrm>
          <a:prstGeom prst="rect">
            <a:avLst/>
          </a:prstGeom>
          <a:noFill/>
        </p:spPr>
        <p:txBody>
          <a:bodyPr wrap="square" rtlCol="0">
            <a:spAutoFit/>
          </a:bodyPr>
          <a:lstStyle>
            <a:defPPr>
              <a:defRPr lang="en-US"/>
            </a:defPPr>
            <a:lvl1pPr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1pPr>
            <a:lvl2pPr marL="4572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2pPr>
            <a:lvl3pPr marL="9144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3pPr>
            <a:lvl4pPr marL="13716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4pPr>
            <a:lvl5pPr marL="1828800" algn="l" defTabSz="457200" rtl="0" fontAlgn="base">
              <a:spcBef>
                <a:spcPct val="0"/>
              </a:spcBef>
              <a:spcAft>
                <a:spcPct val="0"/>
              </a:spcAft>
              <a:defRPr kern="1200">
                <a:solidFill>
                  <a:schemeClr val="tx1"/>
                </a:solidFill>
                <a:latin typeface="Calibri" panose="020F0502020204030204" charset="0"/>
                <a:ea typeface="MS PGothic" panose="020B0600070205080204" charset="-128"/>
                <a:cs typeface="+mn-cs"/>
              </a:defRPr>
            </a:lvl5pPr>
            <a:lvl6pPr marL="2286000" algn="l" defTabSz="914400" rtl="0" eaLnBrk="1" latinLnBrk="0" hangingPunct="1">
              <a:defRPr kern="1200">
                <a:solidFill>
                  <a:schemeClr val="tx1"/>
                </a:solidFill>
                <a:latin typeface="Calibri" panose="020F0502020204030204" charset="0"/>
                <a:ea typeface="MS PGothic" panose="020B0600070205080204" charset="-128"/>
                <a:cs typeface="+mn-cs"/>
              </a:defRPr>
            </a:lvl6pPr>
            <a:lvl7pPr marL="2743200" algn="l" defTabSz="914400" rtl="0" eaLnBrk="1" latinLnBrk="0" hangingPunct="1">
              <a:defRPr kern="1200">
                <a:solidFill>
                  <a:schemeClr val="tx1"/>
                </a:solidFill>
                <a:latin typeface="Calibri" panose="020F0502020204030204" charset="0"/>
                <a:ea typeface="MS PGothic" panose="020B0600070205080204" charset="-128"/>
                <a:cs typeface="+mn-cs"/>
              </a:defRPr>
            </a:lvl7pPr>
            <a:lvl8pPr marL="3200400" algn="l" defTabSz="914400" rtl="0" eaLnBrk="1" latinLnBrk="0" hangingPunct="1">
              <a:defRPr kern="1200">
                <a:solidFill>
                  <a:schemeClr val="tx1"/>
                </a:solidFill>
                <a:latin typeface="Calibri" panose="020F0502020204030204" charset="0"/>
                <a:ea typeface="MS PGothic" panose="020B0600070205080204" charset="-128"/>
                <a:cs typeface="+mn-cs"/>
              </a:defRPr>
            </a:lvl8pPr>
            <a:lvl9pPr marL="3657600" algn="l" defTabSz="914400" rtl="0" eaLnBrk="1" latinLnBrk="0" hangingPunct="1">
              <a:defRPr kern="1200">
                <a:solidFill>
                  <a:schemeClr val="tx1"/>
                </a:solidFill>
                <a:latin typeface="Calibri" panose="020F0502020204030204" charset="0"/>
                <a:ea typeface="MS PGothic" panose="020B0600070205080204" charset="-128"/>
                <a:cs typeface="+mn-cs"/>
              </a:defRPr>
            </a:lvl9pPr>
          </a:lstStyle>
          <a:p>
            <a:r>
              <a:rPr lang="en-US" sz="2400" dirty="0">
                <a:solidFill>
                  <a:schemeClr val="accent1">
                    <a:lumMod val="75000"/>
                  </a:schemeClr>
                </a:solidFill>
              </a:rPr>
              <a:t>...</a:t>
            </a:r>
            <a:r>
              <a:rPr lang="en-IN" altLang="en-US" sz="2400" dirty="0">
                <a:solidFill>
                  <a:schemeClr val="accent1">
                    <a:lumMod val="75000"/>
                  </a:schemeClr>
                </a:solidFill>
              </a:rPr>
              <a:t>.</a:t>
            </a:r>
            <a:r>
              <a:rPr lang="en-US" sz="2400" dirty="0">
                <a:solidFill>
                  <a:schemeClr val="accent1">
                    <a:lumMod val="75000"/>
                  </a:schemeClr>
                </a:solidFill>
              </a:rPr>
              <a:t>..</a:t>
            </a:r>
            <a:endParaRPr lang="en-IN" sz="2400" dirty="0">
              <a:solidFill>
                <a:schemeClr val="accent1">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rgbClr val="FFFFFF"/>
          </a:fgClr>
          <a:bgClr>
            <a:schemeClr val="accent1">
              <a:lumMod val="20000"/>
              <a:lumOff val="80000"/>
            </a:schemeClr>
          </a:bgClr>
        </a:pattFill>
        <a:effectLst/>
      </p:bgPr>
    </p:bg>
    <p:spTree>
      <p:nvGrpSpPr>
        <p:cNvPr id="1" name=""/>
        <p:cNvGrpSpPr/>
        <p:nvPr/>
      </p:nvGrpSpPr>
      <p:grpSpPr>
        <a:xfrm>
          <a:off x="0" y="0"/>
          <a:ext cx="0" cy="0"/>
          <a:chOff x="0" y="0"/>
          <a:chExt cx="0" cy="0"/>
        </a:xfrm>
      </p:grpSpPr>
      <p:sp>
        <p:nvSpPr>
          <p:cNvPr id="69" name="Rectangle 9"/>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rgbClr val="FFFFFF"/>
          </a:lnRef>
          <a:fillRef idx="0">
            <a:srgbClr val="FFFFFF"/>
          </a:fillRef>
          <a:effectRef idx="0">
            <a:srgbClr val="FFFFFF"/>
          </a:effectRef>
          <a:fontRef idx="minor"/>
        </p:style>
        <p:txBody>
          <a:bodyPr lIns="90000" tIns="45000" rIns="90000" bIns="45000" anchor="ctr">
            <a:noAutofit/>
          </a:bodyPr>
          <a:lstStyle/>
          <a:p>
            <a:pPr algn="ctr" defTabSz="457200">
              <a:lnSpc>
                <a:spcPct val="100000"/>
              </a:lnSpc>
            </a:pPr>
            <a:endParaRPr lang="en-US" sz="1800" b="0" strike="noStrike" spc="-1">
              <a:solidFill>
                <a:schemeClr val="accent2">
                  <a:lumMod val="75000"/>
                </a:schemeClr>
              </a:solidFill>
              <a:latin typeface="Calibri" panose="020F0502020204030204"/>
            </a:endParaRPr>
          </a:p>
        </p:txBody>
      </p:sp>
      <p:sp>
        <p:nvSpPr>
          <p:cNvPr id="70" name="PlaceHolder 1"/>
          <p:cNvSpPr>
            <a:spLocks noGrp="1"/>
          </p:cNvSpPr>
          <p:nvPr>
            <p:ph type="title"/>
          </p:nvPr>
        </p:nvSpPr>
        <p:spPr>
          <a:xfrm>
            <a:off x="146050" y="-47625"/>
            <a:ext cx="9339580" cy="1142365"/>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3600" b="1" strike="noStrike" spc="-1" dirty="0">
                <a:solidFill>
                  <a:schemeClr val="tx2"/>
                </a:solidFill>
                <a:latin typeface="Times New Roman" panose="02020603050405020304"/>
                <a:ea typeface="MS PGothic" panose="020B0600070205080204" charset="-128"/>
              </a:rPr>
              <a:t>TECHNICAL APPROACH</a:t>
            </a:r>
            <a:endParaRPr lang="en-IN" sz="3600" b="0" strike="noStrike" spc="-1" dirty="0">
              <a:solidFill>
                <a:schemeClr val="tx2"/>
              </a:solidFill>
              <a:latin typeface="Arial" panose="020B0604020202020204"/>
            </a:endParaRPr>
          </a:p>
        </p:txBody>
      </p:sp>
      <p:sp>
        <p:nvSpPr>
          <p:cNvPr id="71" name="TextBox 8"/>
          <p:cNvSpPr/>
          <p:nvPr/>
        </p:nvSpPr>
        <p:spPr>
          <a:xfrm>
            <a:off x="609600" y="1074420"/>
            <a:ext cx="11350625" cy="5267325"/>
          </a:xfrm>
          <a:prstGeom prst="rect">
            <a:avLst/>
          </a:prstGeom>
          <a:noFill/>
          <a:ln w="9525">
            <a:noFill/>
          </a:ln>
        </p:spPr>
        <p:style>
          <a:lnRef idx="0">
            <a:srgbClr val="FFFFFF"/>
          </a:lnRef>
          <a:fillRef idx="0">
            <a:srgbClr val="FFFFFF"/>
          </a:fillRef>
          <a:effectRef idx="0">
            <a:srgbClr val="FFFFFF"/>
          </a:effectRef>
          <a:fontRef idx="minor"/>
        </p:style>
        <p:txBody>
          <a:bodyPr lIns="90000" tIns="45000" rIns="90000" bIns="45000" anchor="t">
            <a:noAutofit/>
          </a:bodyPr>
          <a:lstStyle/>
          <a:p>
            <a:pPr marL="342900" indent="-342900" algn="just" defTabSz="457200">
              <a:lnSpc>
                <a:spcPct val="100000"/>
              </a:lnSpc>
              <a:buClr>
                <a:srgbClr val="000000"/>
              </a:buClr>
              <a:buFont typeface="Arial" panose="020B0604020202020204"/>
              <a:buChar char="•"/>
            </a:pPr>
            <a:endParaRPr lang="en-US" altLang="en-US" sz="1200" b="0" strike="noStrike" spc="-1" dirty="0">
              <a:solidFill>
                <a:schemeClr val="dk1"/>
              </a:solidFill>
              <a:latin typeface="Arial" panose="020B0604020202020204"/>
              <a:ea typeface="MS PGothic" panose="020B0600070205080204" charset="-128"/>
            </a:endParaRPr>
          </a:p>
          <a:p>
            <a:pPr indent="0" algn="just" defTabSz="457200">
              <a:lnSpc>
                <a:spcPct val="100000"/>
              </a:lnSpc>
              <a:buClr>
                <a:srgbClr val="000000"/>
              </a:buClr>
              <a:buFont typeface="Arial" panose="020B0604020202020204"/>
              <a:buNone/>
            </a:pPr>
            <a:endParaRPr lang="en-IN" sz="1200" b="0" strike="noStrike" spc="-1" dirty="0">
              <a:solidFill>
                <a:srgbClr val="000000"/>
              </a:solidFill>
              <a:latin typeface="Arial" panose="020B0604020202020204"/>
            </a:endParaRPr>
          </a:p>
        </p:txBody>
      </p:sp>
      <p:sp>
        <p:nvSpPr>
          <p:cNvPr id="72" name="PlaceHolder 2"/>
          <p:cNvSpPr>
            <a:spLocks noGrp="1"/>
          </p:cNvSpPr>
          <p:nvPr>
            <p:ph type="sldNum" idx="11"/>
          </p:nvPr>
        </p:nvSpPr>
        <p:spPr>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chemeClr val="lt1"/>
                </a:solidFill>
                <a:latin typeface="TradeGothic"/>
                <a:ea typeface="MS PGothic" panose="020B0600070205080204" charset="-128"/>
              </a:defRPr>
            </a:lvl1pPr>
          </a:lstStyle>
          <a:p>
            <a:pPr indent="0" algn="r" defTabSz="457200">
              <a:lnSpc>
                <a:spcPct val="100000"/>
              </a:lnSpc>
              <a:buNone/>
              <a:tabLst>
                <a:tab pos="0" algn="l"/>
              </a:tabLst>
            </a:pPr>
            <a:fld id="{8897DFA0-2B89-4689-95EA-35970505E89A}" type="slidenum">
              <a:rPr lang="en-US" sz="1200" b="1" strike="noStrike" spc="-1">
                <a:solidFill>
                  <a:schemeClr val="lt1"/>
                </a:solidFill>
                <a:latin typeface="Arial" panose="020B0604020202020204" pitchFamily="34" charset="0"/>
                <a:ea typeface="MS PGothic" panose="020B0600070205080204" charset="-128"/>
                <a:cs typeface="Arial" panose="020B0604020202020204" pitchFamily="34" charset="0"/>
              </a:rPr>
            </a:fld>
            <a:endParaRPr lang="en-IN" sz="1200" b="0" strike="noStrike" spc="-1">
              <a:solidFill>
                <a:srgbClr val="000000"/>
              </a:solidFill>
              <a:latin typeface="Arial" panose="020B0604020202020204" pitchFamily="34" charset="0"/>
              <a:cs typeface="Arial" panose="020B0604020202020204" pitchFamily="34" charset="0"/>
            </a:endParaRPr>
          </a:p>
        </p:txBody>
      </p:sp>
      <p:sp>
        <p:nvSpPr>
          <p:cNvPr id="73" name="Oval 10"/>
          <p:cNvSpPr/>
          <p:nvPr/>
        </p:nvSpPr>
        <p:spPr>
          <a:xfrm>
            <a:off x="329565" y="252095"/>
            <a:ext cx="1313180" cy="80645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pc="-1" dirty="0">
                <a:solidFill>
                  <a:srgbClr val="000000"/>
                </a:solidFill>
                <a:latin typeface="Arial" panose="020B0604020202020204"/>
                <a:sym typeface="+mn-ea"/>
              </a:rPr>
              <a:t>FlowIQ</a:t>
            </a:r>
            <a:endParaRPr lang="en-IN" sz="1800" b="0" strike="noStrike" spc="-1" dirty="0">
              <a:solidFill>
                <a:srgbClr val="000000"/>
              </a:solidFill>
              <a:latin typeface="Arial" panose="020B0604020202020204"/>
            </a:endParaRPr>
          </a:p>
        </p:txBody>
      </p:sp>
      <p:pic>
        <p:nvPicPr>
          <p:cNvPr id="74" name="Picture 73"/>
          <p:cNvPicPr/>
          <p:nvPr/>
        </p:nvPicPr>
        <p:blipFill>
          <a:blip r:embed="rId1"/>
          <a:stretch>
            <a:fillRect/>
          </a:stretch>
        </p:blipFill>
        <p:spPr>
          <a:xfrm>
            <a:off x="10080000" y="144000"/>
            <a:ext cx="1877400" cy="581040"/>
          </a:xfrm>
          <a:prstGeom prst="rect">
            <a:avLst/>
          </a:prstGeom>
          <a:ln w="0">
            <a:noFill/>
          </a:ln>
        </p:spPr>
      </p:pic>
      <p:pic>
        <p:nvPicPr>
          <p:cNvPr id="75" name="Picture 74"/>
          <p:cNvPicPr/>
          <p:nvPr/>
        </p:nvPicPr>
        <p:blipFill>
          <a:blip r:embed="rId2"/>
          <a:stretch>
            <a:fillRect/>
          </a:stretch>
        </p:blipFill>
        <p:spPr>
          <a:xfrm>
            <a:off x="8280000" y="108000"/>
            <a:ext cx="1716120" cy="697320"/>
          </a:xfrm>
          <a:prstGeom prst="rect">
            <a:avLst/>
          </a:prstGeom>
          <a:ln w="0">
            <a:noFill/>
          </a:ln>
        </p:spPr>
      </p:pic>
      <p:sp>
        <p:nvSpPr>
          <p:cNvPr id="6" name="Text Box 5"/>
          <p:cNvSpPr txBox="1"/>
          <p:nvPr/>
        </p:nvSpPr>
        <p:spPr>
          <a:xfrm>
            <a:off x="8073390" y="5898103"/>
            <a:ext cx="4982845" cy="365125"/>
          </a:xfrm>
          <a:prstGeom prst="rect">
            <a:avLst/>
          </a:prstGeom>
          <a:noFill/>
        </p:spPr>
        <p:txBody>
          <a:bodyPr wrap="square" rtlCol="0">
            <a:noAutofit/>
          </a:bodyPr>
          <a:lstStyle/>
          <a:p>
            <a:r>
              <a:rPr lang="en-US" sz="1600" b="1" spc="-1" dirty="0">
                <a:solidFill>
                  <a:schemeClr val="tx2"/>
                </a:solidFill>
                <a:latin typeface="Times New Roman" panose="02020603050405020304" pitchFamily="18" charset="0"/>
                <a:ea typeface="MS PGothic" panose="020B0600070205080204" charset="-128"/>
                <a:cs typeface="Times New Roman" panose="02020603050405020304" pitchFamily="18" charset="0"/>
                <a:sym typeface="+mn-ea"/>
              </a:rPr>
              <a:t>Flow Chart</a:t>
            </a:r>
            <a:r>
              <a:rPr lang="en-IN" altLang="en-US" sz="1600" b="1" spc="-1" dirty="0">
                <a:solidFill>
                  <a:schemeClr val="tx2"/>
                </a:solidFill>
                <a:latin typeface="Times New Roman" panose="02020603050405020304" pitchFamily="18" charset="0"/>
                <a:ea typeface="MS PGothic" panose="020B0600070205080204" charset="-128"/>
                <a:cs typeface="Times New Roman" panose="02020603050405020304" pitchFamily="18" charset="0"/>
                <a:sym typeface="+mn-ea"/>
              </a:rPr>
              <a:t> for water supply system </a:t>
            </a:r>
            <a:endParaRPr lang="en-IN" altLang="en-US" sz="1600" b="1" spc="-1" dirty="0">
              <a:solidFill>
                <a:schemeClr val="tx2"/>
              </a:solidFill>
              <a:latin typeface="Times New Roman" panose="02020603050405020304" pitchFamily="18" charset="0"/>
              <a:ea typeface="MS PGothic" panose="020B0600070205080204" charset="-128"/>
              <a:cs typeface="Times New Roman" panose="02020603050405020304" pitchFamily="18" charset="0"/>
              <a:sym typeface="+mn-ea"/>
            </a:endParaRPr>
          </a:p>
        </p:txBody>
      </p:sp>
      <p:sp>
        <p:nvSpPr>
          <p:cNvPr id="2" name="Arrow: Pentagon 1"/>
          <p:cNvSpPr/>
          <p:nvPr/>
        </p:nvSpPr>
        <p:spPr>
          <a:xfrm>
            <a:off x="922598" y="1283004"/>
            <a:ext cx="6101657" cy="1197943"/>
          </a:xfrm>
          <a:prstGeom prst="homePlate">
            <a:avLst/>
          </a:prstGeom>
          <a:ln>
            <a:noFill/>
            <a:headEnd type="none" w="med" len="med"/>
            <a:tailEnd type="none" w="med" len="me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IN"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IoT Sensors</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Flow sensors          : to measure real-time water flow(YF-S201)</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Pressure sensors     :to monitor pressure at different distribution zones (MPX5010)</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Water level sensors : for tanks and reservoirs(SC-SR04)</a:t>
            </a:r>
            <a:endParaRPr lang="en-IN" sz="1600" dirty="0">
              <a:latin typeface="Times New Roman" panose="02020603050405020304" pitchFamily="18" charset="0"/>
              <a:cs typeface="Times New Roman" panose="02020603050405020304" pitchFamily="18" charset="0"/>
            </a:endParaRPr>
          </a:p>
        </p:txBody>
      </p:sp>
      <p:sp>
        <p:nvSpPr>
          <p:cNvPr id="3" name="Arrow: Pentagon 2"/>
          <p:cNvSpPr/>
          <p:nvPr/>
        </p:nvSpPr>
        <p:spPr>
          <a:xfrm>
            <a:off x="922598" y="2664737"/>
            <a:ext cx="5329623" cy="712917"/>
          </a:xfrm>
          <a:prstGeom prst="homePlate">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IN" sz="1600" b="1" dirty="0">
                <a:latin typeface="Times New Roman" panose="02020603050405020304" pitchFamily="18" charset="0"/>
                <a:cs typeface="Times New Roman" panose="02020603050405020304" pitchFamily="18" charset="0"/>
              </a:rPr>
              <a:t> Hardware </a:t>
            </a:r>
            <a:r>
              <a:rPr lang="en-IN"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Arduino microcontroller for data collection GSM for data transmission</a:t>
            </a:r>
            <a:endParaRPr lang="en-IN" sz="1600" dirty="0">
              <a:latin typeface="Times New Roman" panose="02020603050405020304" pitchFamily="18" charset="0"/>
              <a:cs typeface="Times New Roman" panose="02020603050405020304" pitchFamily="18" charset="0"/>
            </a:endParaRPr>
          </a:p>
        </p:txBody>
      </p:sp>
      <p:sp>
        <p:nvSpPr>
          <p:cNvPr id="7" name="Arrow: Pentagon 6"/>
          <p:cNvSpPr/>
          <p:nvPr/>
        </p:nvSpPr>
        <p:spPr>
          <a:xfrm>
            <a:off x="922598" y="4401097"/>
            <a:ext cx="2467597" cy="712917"/>
          </a:xfrm>
          <a:prstGeom prst="homePlate">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IN" b="1" dirty="0">
                <a:latin typeface="Times New Roman" panose="02020603050405020304" pitchFamily="18" charset="0"/>
                <a:cs typeface="Times New Roman" panose="02020603050405020304" pitchFamily="18" charset="0"/>
              </a:rPr>
              <a:t>🐍 Programming Language: </a:t>
            </a:r>
            <a:r>
              <a:rPr lang="en-IN" dirty="0">
                <a:latin typeface="Times New Roman" panose="02020603050405020304" pitchFamily="18" charset="0"/>
                <a:cs typeface="Times New Roman" panose="02020603050405020304" pitchFamily="18" charset="0"/>
              </a:rPr>
              <a:t>Python </a:t>
            </a:r>
            <a:endParaRPr lang="en-IN" dirty="0">
              <a:latin typeface="Times New Roman" panose="02020603050405020304" pitchFamily="18" charset="0"/>
              <a:cs typeface="Times New Roman" panose="02020603050405020304" pitchFamily="18" charset="0"/>
            </a:endParaRPr>
          </a:p>
        </p:txBody>
      </p:sp>
      <p:sp>
        <p:nvSpPr>
          <p:cNvPr id="9" name="Arrow: Pentagon 8"/>
          <p:cNvSpPr/>
          <p:nvPr/>
        </p:nvSpPr>
        <p:spPr>
          <a:xfrm>
            <a:off x="3667600" y="4328852"/>
            <a:ext cx="2584622" cy="712917"/>
          </a:xfrm>
          <a:prstGeom prst="homePlate">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IN" b="1" dirty="0">
                <a:latin typeface="Times New Roman" panose="02020603050405020304" pitchFamily="18" charset="0"/>
                <a:cs typeface="Times New Roman" panose="02020603050405020304" pitchFamily="18" charset="0"/>
              </a:rPr>
              <a:t>🌐 Framework: </a:t>
            </a:r>
            <a:r>
              <a:rPr lang="en-IN" dirty="0">
                <a:latin typeface="Times New Roman" panose="02020603050405020304" pitchFamily="18" charset="0"/>
                <a:cs typeface="Times New Roman" panose="02020603050405020304" pitchFamily="18" charset="0"/>
              </a:rPr>
              <a:t>Flask </a:t>
            </a:r>
            <a:endParaRPr lang="en-IN" dirty="0">
              <a:latin typeface="Times New Roman" panose="02020603050405020304" pitchFamily="18" charset="0"/>
              <a:cs typeface="Times New Roman" panose="02020603050405020304" pitchFamily="18" charset="0"/>
            </a:endParaRPr>
          </a:p>
        </p:txBody>
      </p:sp>
      <p:sp>
        <p:nvSpPr>
          <p:cNvPr id="10" name="Arrow: Pentagon 9"/>
          <p:cNvSpPr/>
          <p:nvPr/>
        </p:nvSpPr>
        <p:spPr>
          <a:xfrm>
            <a:off x="922598" y="5368689"/>
            <a:ext cx="2467596" cy="671129"/>
          </a:xfrm>
          <a:prstGeom prst="homePlate">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IN" b="1" dirty="0">
                <a:latin typeface="Times New Roman" panose="02020603050405020304" pitchFamily="18" charset="0"/>
                <a:cs typeface="Times New Roman" panose="02020603050405020304" pitchFamily="18" charset="0"/>
              </a:rPr>
              <a:t>🔥 Database:  </a:t>
            </a:r>
            <a:r>
              <a:rPr lang="en-IN" dirty="0">
                <a:latin typeface="Times New Roman" panose="02020603050405020304" pitchFamily="18" charset="0"/>
                <a:cs typeface="Times New Roman" panose="02020603050405020304" pitchFamily="18" charset="0"/>
              </a:rPr>
              <a:t>Firebase</a:t>
            </a:r>
            <a:endParaRPr lang="en-IN" dirty="0">
              <a:latin typeface="Times New Roman" panose="02020603050405020304" pitchFamily="18" charset="0"/>
              <a:cs typeface="Times New Roman" panose="02020603050405020304" pitchFamily="18" charset="0"/>
            </a:endParaRPr>
          </a:p>
        </p:txBody>
      </p:sp>
      <p:sp>
        <p:nvSpPr>
          <p:cNvPr id="11" name="Arrow: Pentagon 10"/>
          <p:cNvSpPr/>
          <p:nvPr/>
        </p:nvSpPr>
        <p:spPr>
          <a:xfrm>
            <a:off x="3667598" y="5320795"/>
            <a:ext cx="2900349" cy="766916"/>
          </a:xfrm>
          <a:prstGeom prst="homePlate">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IN" b="1" dirty="0">
                <a:latin typeface="Times New Roman" panose="02020603050405020304" pitchFamily="18" charset="0"/>
                <a:cs typeface="Times New Roman" panose="02020603050405020304" pitchFamily="18" charset="0"/>
              </a:rPr>
              <a:t>🖥️ Web dashboard :  </a:t>
            </a:r>
            <a:r>
              <a:rPr lang="en-IN" dirty="0">
                <a:latin typeface="Times New Roman" panose="02020603050405020304" pitchFamily="18" charset="0"/>
                <a:cs typeface="Times New Roman" panose="02020603050405020304" pitchFamily="18" charset="0"/>
              </a:rPr>
              <a:t>HTML, CSS, JavaScript</a:t>
            </a:r>
            <a:endParaRPr lang="en-IN" dirty="0">
              <a:latin typeface="Times New Roman" panose="02020603050405020304" pitchFamily="18" charset="0"/>
              <a:cs typeface="Times New Roman" panose="02020603050405020304" pitchFamily="18" charset="0"/>
            </a:endParaRPr>
          </a:p>
        </p:txBody>
      </p:sp>
      <p:sp>
        <p:nvSpPr>
          <p:cNvPr id="14" name="Arrow: Pentagon 13"/>
          <p:cNvSpPr/>
          <p:nvPr/>
        </p:nvSpPr>
        <p:spPr>
          <a:xfrm>
            <a:off x="941247" y="3685574"/>
            <a:ext cx="4997437" cy="460847"/>
          </a:xfrm>
          <a:prstGeom prst="homePlate">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r>
              <a:rPr lang="en-US" sz="1600" b="1" dirty="0">
                <a:latin typeface="Times New Roman" panose="02020603050405020304" pitchFamily="18" charset="0"/>
                <a:cs typeface="Times New Roman" panose="02020603050405020304" pitchFamily="18" charset="0"/>
              </a:rPr>
              <a:t>📊 Data analytics </a:t>
            </a:r>
            <a:r>
              <a:rPr lang="en-US" sz="1600" dirty="0">
                <a:latin typeface="Times New Roman" panose="02020603050405020304" pitchFamily="18" charset="0"/>
                <a:cs typeface="Times New Roman" panose="02020603050405020304" pitchFamily="18" charset="0"/>
              </a:rPr>
              <a:t>for leakage detection and demand prediction</a:t>
            </a:r>
            <a:endParaRPr lang="en-IN" sz="1600" dirty="0">
              <a:latin typeface="Times New Roman" panose="02020603050405020304" pitchFamily="18" charset="0"/>
              <a:cs typeface="Times New Roman" panose="02020603050405020304" pitchFamily="18" charset="0"/>
            </a:endParaRPr>
          </a:p>
        </p:txBody>
      </p:sp>
      <p:pic>
        <p:nvPicPr>
          <p:cNvPr id="12" name="Content Placeholder 3"/>
          <p:cNvPicPr>
            <a:picLocks noGrp="1" noChangeAspect="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6953250" y="1059180"/>
            <a:ext cx="5132070" cy="48393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9"/>
          <p:cNvSpPr/>
          <p:nvPr/>
        </p:nvSpPr>
        <p:spPr>
          <a:xfrm>
            <a:off x="0" y="6354720"/>
            <a:ext cx="12191400" cy="502560"/>
          </a:xfrm>
          <a:prstGeom prst="rect">
            <a:avLst/>
          </a:prstGeom>
          <a:solidFill>
            <a:schemeClr val="tx2">
              <a:lumMod val="60000"/>
              <a:lumOff val="40000"/>
            </a:schemeClr>
          </a:solidFill>
          <a:ln w="9525">
            <a:solidFill>
              <a:schemeClr val="tx2">
                <a:lumMod val="60000"/>
                <a:lumOff val="40000"/>
              </a:schemeClr>
            </a:solidFill>
          </a:ln>
          <a:effectLst>
            <a:outerShdw dist="23040" dir="5400000" rotWithShape="0">
              <a:srgbClr val="808080">
                <a:alpha val="35000"/>
              </a:srgbClr>
            </a:outerShdw>
          </a:effectLst>
        </p:spPr>
        <p:style>
          <a:lnRef idx="0">
            <a:srgbClr val="FFFFFF"/>
          </a:lnRef>
          <a:fillRef idx="0">
            <a:srgbClr val="FFFFFF"/>
          </a:fillRef>
          <a:effectRef idx="0">
            <a:srgbClr val="FFFFFF"/>
          </a:effectRef>
          <a:fontRef idx="minor"/>
        </p:style>
        <p:txBody>
          <a:bodyPr lIns="90000" tIns="45000" rIns="90000" bIns="45000" anchor="ctr">
            <a:noAutofit/>
          </a:bodyPr>
          <a:lstStyle/>
          <a:p>
            <a:pPr algn="ctr" defTabSz="457200">
              <a:lnSpc>
                <a:spcPct val="100000"/>
              </a:lnSpc>
              <a:tabLst>
                <a:tab pos="0" algn="l"/>
              </a:tabLst>
            </a:pPr>
            <a:r>
              <a:rPr lang="en-US" sz="1800" b="0" strike="noStrike" spc="-1" dirty="0">
                <a:solidFill>
                  <a:srgbClr val="953735"/>
                </a:solidFill>
                <a:latin typeface="Calibri" panose="020F0502020204030204"/>
                <a:ea typeface="MS PGothic" panose="020B0600070205080204" charset="-128"/>
              </a:rPr>
              <a:t>                                                                                                                                                                                                                     </a:t>
            </a:r>
            <a:r>
              <a:rPr lang="en-US" sz="1800" b="0" strike="noStrike" spc="-1" dirty="0">
                <a:solidFill>
                  <a:schemeClr val="bg1"/>
                </a:solidFill>
                <a:latin typeface="Calibri" panose="020F0502020204030204"/>
                <a:ea typeface="MS PGothic" panose="020B0600070205080204" charset="-128"/>
              </a:rPr>
              <a:t> 4</a:t>
            </a:r>
            <a:endParaRPr lang="en-US" sz="1800" b="0" strike="noStrike" spc="-1" dirty="0">
              <a:solidFill>
                <a:schemeClr val="bg1"/>
              </a:solidFill>
              <a:latin typeface="Calibri" panose="020F0502020204030204"/>
              <a:ea typeface="MS PGothic" panose="020B0600070205080204" charset="-128"/>
            </a:endParaRPr>
          </a:p>
        </p:txBody>
      </p:sp>
      <p:sp>
        <p:nvSpPr>
          <p:cNvPr id="78" name="TextBox 8"/>
          <p:cNvSpPr/>
          <p:nvPr/>
        </p:nvSpPr>
        <p:spPr>
          <a:xfrm>
            <a:off x="36380" y="1117420"/>
            <a:ext cx="11856720" cy="5178425"/>
          </a:xfrm>
          <a:prstGeom prst="rect">
            <a:avLst/>
          </a:prstGeom>
          <a:noFill/>
          <a:ln w="9525">
            <a:noFill/>
          </a:ln>
        </p:spPr>
        <p:style>
          <a:lnRef idx="0">
            <a:srgbClr val="FFFFFF"/>
          </a:lnRef>
          <a:fillRef idx="0">
            <a:srgbClr val="FFFFFF"/>
          </a:fillRef>
          <a:effectRef idx="0">
            <a:srgbClr val="FFFFFF"/>
          </a:effectRef>
          <a:fontRef idx="minor"/>
        </p:style>
        <p:txBody>
          <a:bodyPr lIns="90000" tIns="45000" rIns="90000" bIns="45000" anchor="t">
            <a:noAutofit/>
          </a:bodyPr>
          <a:lstStyle/>
          <a:p>
            <a:pPr marL="171450" lvl="0" indent="-171450" algn="just" defTabSz="457200">
              <a:lnSpc>
                <a:spcPct val="60000"/>
              </a:lnSpc>
              <a:buClr>
                <a:srgbClr val="000000"/>
              </a:buClr>
              <a:buFont typeface="Arial" panose="020B0604020202020204" pitchFamily="34" charset="0"/>
              <a:buChar char="•"/>
            </a:pPr>
            <a:endParaRPr lang="en-US" altLang="en-US" sz="1200" b="0" strike="noStrike" spc="-1" dirty="0">
              <a:solidFill>
                <a:srgbClr val="000000"/>
              </a:solidFill>
              <a:latin typeface="Arial" panose="020B0604020202020204" pitchFamily="34" charset="0"/>
              <a:cs typeface="Arial" panose="020B0604020202020204" pitchFamily="34" charset="0"/>
            </a:endParaRPr>
          </a:p>
        </p:txBody>
      </p:sp>
      <p:sp>
        <p:nvSpPr>
          <p:cNvPr id="80" name="Oval 11"/>
          <p:cNvSpPr/>
          <p:nvPr/>
        </p:nvSpPr>
        <p:spPr>
          <a:xfrm>
            <a:off x="329565" y="252095"/>
            <a:ext cx="1426210" cy="80645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pc="-1" dirty="0">
                <a:solidFill>
                  <a:srgbClr val="000000"/>
                </a:solidFill>
                <a:latin typeface="Arial" panose="020B0604020202020204"/>
                <a:sym typeface="+mn-ea"/>
              </a:rPr>
              <a:t>FlowIQ</a:t>
            </a:r>
            <a:endParaRPr lang="en-IN" sz="1800" b="0" strike="noStrike" spc="-1" dirty="0">
              <a:solidFill>
                <a:srgbClr val="000000"/>
              </a:solidFill>
              <a:latin typeface="Arial" panose="020B0604020202020204"/>
            </a:endParaRPr>
          </a:p>
        </p:txBody>
      </p:sp>
      <p:pic>
        <p:nvPicPr>
          <p:cNvPr id="81" name="Picture 80"/>
          <p:cNvPicPr/>
          <p:nvPr/>
        </p:nvPicPr>
        <p:blipFill>
          <a:blip r:embed="rId1"/>
          <a:stretch>
            <a:fillRect/>
          </a:stretch>
        </p:blipFill>
        <p:spPr>
          <a:xfrm>
            <a:off x="10080360" y="144360"/>
            <a:ext cx="1877400" cy="581040"/>
          </a:xfrm>
          <a:prstGeom prst="rect">
            <a:avLst/>
          </a:prstGeom>
          <a:ln w="0">
            <a:noFill/>
          </a:ln>
        </p:spPr>
      </p:pic>
      <p:pic>
        <p:nvPicPr>
          <p:cNvPr id="82" name="Picture 81"/>
          <p:cNvPicPr/>
          <p:nvPr/>
        </p:nvPicPr>
        <p:blipFill>
          <a:blip r:embed="rId2"/>
          <a:stretch>
            <a:fillRect/>
          </a:stretch>
        </p:blipFill>
        <p:spPr>
          <a:xfrm>
            <a:off x="8280360" y="108360"/>
            <a:ext cx="1716120" cy="697320"/>
          </a:xfrm>
          <a:prstGeom prst="rect">
            <a:avLst/>
          </a:prstGeom>
          <a:ln w="0">
            <a:noFill/>
          </a:ln>
        </p:spPr>
      </p:pic>
      <p:sp>
        <p:nvSpPr>
          <p:cNvPr id="5" name="Rectangle 4"/>
          <p:cNvSpPr/>
          <p:nvPr/>
        </p:nvSpPr>
        <p:spPr>
          <a:xfrm>
            <a:off x="664564" y="1370285"/>
            <a:ext cx="3663500" cy="47104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n-IN" sz="1400" b="1" dirty="0">
              <a:solidFill>
                <a:schemeClr val="tx1"/>
              </a:solidFill>
              <a:latin typeface="Times New Roman" panose="02020603050405020304" pitchFamily="18" charset="0"/>
              <a:cs typeface="Times New Roman" panose="02020603050405020304" pitchFamily="18" charset="0"/>
            </a:endParaRPr>
          </a:p>
          <a:p>
            <a:endParaRPr lang="en-IN" sz="1400" b="1" dirty="0">
              <a:solidFill>
                <a:schemeClr val="tx1"/>
              </a:solidFill>
              <a:latin typeface="Times New Roman" panose="02020603050405020304" pitchFamily="18" charset="0"/>
              <a:cs typeface="Times New Roman" panose="02020603050405020304" pitchFamily="18" charset="0"/>
            </a:endParaRPr>
          </a:p>
          <a:p>
            <a:endParaRPr lang="en-IN" sz="1400" b="1" dirty="0">
              <a:solidFill>
                <a:schemeClr val="tx1"/>
              </a:solidFill>
              <a:latin typeface="Times New Roman" panose="02020603050405020304" pitchFamily="18" charset="0"/>
              <a:cs typeface="Times New Roman" panose="02020603050405020304" pitchFamily="18" charset="0"/>
            </a:endParaRPr>
          </a:p>
          <a:p>
            <a:endParaRPr lang="en-IN" sz="1400" b="1" dirty="0">
              <a:solidFill>
                <a:schemeClr val="tx1"/>
              </a:solidFill>
              <a:latin typeface="Times New Roman" panose="02020603050405020304" pitchFamily="18" charset="0"/>
              <a:cs typeface="Times New Roman" panose="02020603050405020304" pitchFamily="18" charset="0"/>
            </a:endParaRPr>
          </a:p>
          <a:p>
            <a:endParaRPr lang="en-IN" sz="1400" b="1" dirty="0">
              <a:solidFill>
                <a:schemeClr val="tx1"/>
              </a:solidFill>
              <a:latin typeface="Times New Roman" panose="02020603050405020304" pitchFamily="18" charset="0"/>
              <a:cs typeface="Times New Roman" panose="02020603050405020304" pitchFamily="18" charset="0"/>
            </a:endParaRPr>
          </a:p>
          <a:p>
            <a:r>
              <a:rPr lang="en-IN" sz="1400" b="1" dirty="0">
                <a:solidFill>
                  <a:schemeClr val="tx1"/>
                </a:solidFill>
                <a:latin typeface="Times New Roman" panose="02020603050405020304" pitchFamily="18" charset="0"/>
                <a:cs typeface="Times New Roman" panose="02020603050405020304" pitchFamily="18" charset="0"/>
              </a:rPr>
              <a:t>⚙️ Technical :</a:t>
            </a:r>
            <a:endParaRPr lang="en-IN" sz="1400" b="1" dirty="0">
              <a:solidFill>
                <a:schemeClr val="tx1"/>
              </a:solidFill>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Uses existing IoT, cloud, and analytics technologies.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Economic :</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Reduces water loss and operational costs .</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Operational :</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Easy to use with minimal staff training .</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Scalability:</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Implemented zone-wise with low initial cost .</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Efficiency : </a:t>
            </a:r>
            <a:r>
              <a:rPr lang="en-IN" sz="1400" dirty="0">
                <a:latin typeface="Times New Roman" panose="02020603050405020304" pitchFamily="18" charset="0"/>
                <a:cs typeface="Times New Roman" panose="02020603050405020304" pitchFamily="18" charset="0"/>
              </a:rPr>
              <a:t>Real-time monitoring improves decision-making</a:t>
            </a:r>
            <a:endParaRPr lang="en-IN" sz="1400" dirty="0">
              <a:latin typeface="Times New Roman" panose="02020603050405020304" pitchFamily="18" charset="0"/>
              <a:cs typeface="Times New Roman" panose="02020603050405020304" pitchFamily="18" charset="0"/>
            </a:endParaRPr>
          </a:p>
        </p:txBody>
      </p:sp>
      <p:sp>
        <p:nvSpPr>
          <p:cNvPr id="6" name="Rectangle 5"/>
          <p:cNvSpPr/>
          <p:nvPr/>
        </p:nvSpPr>
        <p:spPr>
          <a:xfrm>
            <a:off x="4530896" y="2349201"/>
            <a:ext cx="3696278" cy="362623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 High Initial Cost:</a:t>
            </a:r>
            <a:endParaRPr lang="en-US" sz="1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Sensors and infrastructure setup cost.</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 Sensor Reliability :</a:t>
            </a:r>
            <a:endParaRPr lang="en-US" sz="1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Risk of malfunction or inaccurate data.</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Connectivity Issues:</a:t>
            </a:r>
            <a:endParaRPr lang="en-US" sz="1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Network problems in remote /underground areas.</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 User Adoption:</a:t>
            </a:r>
            <a:endParaRPr lang="en-US" sz="1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Limited technical awareness among staff.</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Data Security:</a:t>
            </a:r>
            <a:endParaRPr lang="en-US" sz="1400" b="1"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Cloud data privacy and security risks.</a:t>
            </a:r>
            <a:endParaRPr lang="en-IN"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8647675" y="2372203"/>
            <a:ext cx="3245425" cy="366342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⏳Phase Deployment:</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Start with high-priority zones to cut initial cost.</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📡Reliable Sensing:</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Use redundant sensors and regular maintenance.</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🌐Robust Connectivity:</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Adopt hybrid networks (GSM, LoRaWAN, Wi-Fi).</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👤User Training:</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Train staff for smooth system adoption .</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🔒Data Security:</a:t>
            </a:r>
            <a:endParaRPr lang="en-IN"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Ensure encryption, authentication, access control.</a:t>
            </a:r>
            <a:endParaRPr lang="en-IN" sz="1400" dirty="0">
              <a:latin typeface="Times New Roman" panose="02020603050405020304" pitchFamily="18" charset="0"/>
              <a:cs typeface="Times New Roman" panose="02020603050405020304" pitchFamily="18" charset="0"/>
            </a:endParaRPr>
          </a:p>
        </p:txBody>
      </p:sp>
      <p:sp>
        <p:nvSpPr>
          <p:cNvPr id="11" name="Rectangle: Rounded Corners 10"/>
          <p:cNvSpPr/>
          <p:nvPr/>
        </p:nvSpPr>
        <p:spPr>
          <a:xfrm>
            <a:off x="2496314" y="290313"/>
            <a:ext cx="5170853" cy="806450"/>
          </a:xfrm>
          <a:prstGeom prst="round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spc="-1" dirty="0">
                <a:solidFill>
                  <a:schemeClr val="tx2"/>
                </a:solidFill>
                <a:latin typeface="Times New Roman" panose="02020603050405020304"/>
                <a:ea typeface="MS PGothic" panose="020B0600070205080204" charset="-128"/>
              </a:rPr>
              <a:t>FEASIBILITY</a:t>
            </a:r>
            <a:r>
              <a:rPr lang="en-US" sz="2000" b="1" spc="-1" dirty="0">
                <a:solidFill>
                  <a:srgbClr val="002060"/>
                </a:solidFill>
                <a:latin typeface="Times New Roman" panose="02020603050405020304"/>
                <a:ea typeface="MS PGothic" panose="020B0600070205080204" charset="-128"/>
              </a:rPr>
              <a:t> AND VIABILITY</a:t>
            </a:r>
            <a:endParaRPr lang="en-IN" sz="2000" dirty="0"/>
          </a:p>
        </p:txBody>
      </p:sp>
      <p:sp>
        <p:nvSpPr>
          <p:cNvPr id="16" name="Oval 15"/>
          <p:cNvSpPr/>
          <p:nvPr/>
        </p:nvSpPr>
        <p:spPr>
          <a:xfrm>
            <a:off x="4977653" y="1652939"/>
            <a:ext cx="2662928" cy="960895"/>
          </a:xfrm>
          <a:prstGeom prst="ellipse">
            <a:avLst/>
          </a:prstGeom>
          <a:ln>
            <a:noFill/>
          </a:ln>
          <a:effectLst>
            <a:glow rad="139700">
              <a:schemeClr val="accent1">
                <a:satMod val="175000"/>
                <a:alpha val="40000"/>
              </a:schemeClr>
            </a:glow>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600" b="1" dirty="0">
                <a:solidFill>
                  <a:srgbClr val="002060"/>
                </a:solidFill>
                <a:latin typeface="Times New Roman" panose="02020603050405020304" pitchFamily="18" charset="0"/>
                <a:cs typeface="Times New Roman" panose="02020603050405020304" pitchFamily="18" charset="0"/>
              </a:rPr>
              <a:t>Challenges &amp; Risks</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7" name="Oval 16"/>
          <p:cNvSpPr/>
          <p:nvPr/>
        </p:nvSpPr>
        <p:spPr>
          <a:xfrm>
            <a:off x="9063021" y="1652938"/>
            <a:ext cx="2973825" cy="960895"/>
          </a:xfrm>
          <a:prstGeom prst="ellipse">
            <a:avLst/>
          </a:prstGeom>
          <a:ln>
            <a:noFill/>
          </a:ln>
          <a:effectLst>
            <a:glow rad="139700">
              <a:schemeClr val="accent1">
                <a:satMod val="175000"/>
                <a:alpha val="40000"/>
              </a:schemeClr>
            </a:glow>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b="1" kern="100" dirty="0">
              <a:solidFill>
                <a:schemeClr val="tx1"/>
              </a:solidFill>
              <a:latin typeface="Times New Roman" panose="02020603050405020304" pitchFamily="18" charset="0"/>
              <a:ea typeface="Calibri" panose="020F0502020204030204" charset="0"/>
              <a:cs typeface="Times New Roman" panose="02020603050405020304" pitchFamily="18" charset="0"/>
            </a:endParaRPr>
          </a:p>
          <a:p>
            <a:pPr algn="ctr"/>
            <a:r>
              <a:rPr lang="en-IN" sz="1600" b="1" kern="100" dirty="0">
                <a:solidFill>
                  <a:srgbClr val="002060"/>
                </a:solidFill>
                <a:latin typeface="Times New Roman" panose="02020603050405020304" pitchFamily="18" charset="0"/>
                <a:ea typeface="Calibri" panose="020F0502020204030204" charset="0"/>
                <a:cs typeface="Times New Roman" panose="02020603050405020304" pitchFamily="18" charset="0"/>
              </a:rPr>
              <a:t>Strategies to Overcome Challenges</a:t>
            </a:r>
            <a:endParaRPr lang="en-IN" sz="1600" b="1" kern="100" dirty="0">
              <a:solidFill>
                <a:srgbClr val="002060"/>
              </a:solidFill>
              <a:latin typeface="Times New Roman" panose="02020603050405020304" pitchFamily="18" charset="0"/>
              <a:ea typeface="Calibri" panose="020F0502020204030204" charset="0"/>
              <a:cs typeface="Times New Roman" panose="02020603050405020304" pitchFamily="18" charset="0"/>
            </a:endParaRPr>
          </a:p>
          <a:p>
            <a:pPr algn="ctr"/>
            <a:endParaRPr lang="en-IN" dirty="0"/>
          </a:p>
        </p:txBody>
      </p:sp>
      <p:sp>
        <p:nvSpPr>
          <p:cNvPr id="18" name="Oval 17"/>
          <p:cNvSpPr/>
          <p:nvPr/>
        </p:nvSpPr>
        <p:spPr>
          <a:xfrm>
            <a:off x="1115466" y="1652939"/>
            <a:ext cx="2206944" cy="960895"/>
          </a:xfrm>
          <a:prstGeom prst="ellipse">
            <a:avLst/>
          </a:prstGeom>
          <a:ln>
            <a:noFill/>
          </a:ln>
          <a:effectLst>
            <a:glow rad="139700">
              <a:schemeClr val="accent1">
                <a:satMod val="175000"/>
                <a:alpha val="40000"/>
              </a:schemeClr>
            </a:glow>
            <a:outerShdw blurRad="107950" dist="12700" dir="5400000" algn="ctr">
              <a:srgbClr val="000000"/>
            </a:outerShdw>
            <a:reflection blurRad="6350" stA="52000" endA="300" endPos="35000" dir="5400000" sy="-100000" algn="bl" rotWithShape="0"/>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b="1" kern="100" dirty="0">
              <a:solidFill>
                <a:schemeClr val="tx1"/>
              </a:solidFill>
              <a:latin typeface="Times New Roman" panose="02020603050405020304" pitchFamily="18" charset="0"/>
              <a:ea typeface="Calibri" panose="020F0502020204030204" charset="0"/>
              <a:cs typeface="Times New Roman" panose="02020603050405020304" pitchFamily="18" charset="0"/>
            </a:endParaRPr>
          </a:p>
          <a:p>
            <a:pPr algn="ctr"/>
            <a:r>
              <a:rPr lang="en-IN" sz="1400" b="1" kern="100" dirty="0">
                <a:solidFill>
                  <a:srgbClr val="002060"/>
                </a:solidFill>
                <a:latin typeface="Times New Roman" panose="02020603050405020304" pitchFamily="18" charset="0"/>
                <a:ea typeface="Calibri" panose="020F0502020204030204" charset="0"/>
                <a:cs typeface="Times New Roman" panose="02020603050405020304" pitchFamily="18" charset="0"/>
              </a:rPr>
              <a:t>Feasibility of the Idea</a:t>
            </a:r>
            <a:endParaRPr lang="en-IN" sz="1400" kern="100" dirty="0">
              <a:solidFill>
                <a:srgbClr val="002060"/>
              </a:solidFill>
              <a:latin typeface="Times New Roman" panose="02020603050405020304" pitchFamily="18" charset="0"/>
              <a:ea typeface="Calibri" panose="020F0502020204030204" charset="0"/>
              <a:cs typeface="Times New Roman" panose="02020603050405020304" pitchFamily="18" charset="0"/>
            </a:endParaRPr>
          </a:p>
          <a:p>
            <a:pPr algn="ctr"/>
            <a:endParaRPr lang="en-IN" dirty="0"/>
          </a:p>
        </p:txBody>
      </p:sp>
      <p:sp>
        <p:nvSpPr>
          <p:cNvPr id="19" name="Double Bracket 18"/>
          <p:cNvSpPr/>
          <p:nvPr/>
        </p:nvSpPr>
        <p:spPr>
          <a:xfrm>
            <a:off x="172331" y="2549471"/>
            <a:ext cx="3663499" cy="3308888"/>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Double Bracket 19"/>
          <p:cNvSpPr/>
          <p:nvPr/>
        </p:nvSpPr>
        <p:spPr>
          <a:xfrm>
            <a:off x="147796" y="2331180"/>
            <a:ext cx="3597383" cy="3860393"/>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ln w="0"/>
              <a:effectLst>
                <a:outerShdw blurRad="38100" dist="19050" dir="2700000" algn="tl" rotWithShape="0">
                  <a:schemeClr val="dk1">
                    <a:alpha val="40000"/>
                  </a:schemeClr>
                </a:outerShdw>
              </a:effectLst>
            </a:endParaRPr>
          </a:p>
        </p:txBody>
      </p:sp>
      <p:sp>
        <p:nvSpPr>
          <p:cNvPr id="21" name="Arc 20"/>
          <p:cNvSpPr/>
          <p:nvPr/>
        </p:nvSpPr>
        <p:spPr>
          <a:xfrm>
            <a:off x="621653" y="2289865"/>
            <a:ext cx="2462510" cy="271608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L-Shape 23"/>
          <p:cNvSpPr/>
          <p:nvPr/>
        </p:nvSpPr>
        <p:spPr>
          <a:xfrm>
            <a:off x="488609" y="2666549"/>
            <a:ext cx="278558" cy="3308888"/>
          </a:xfrm>
          <a:prstGeom prst="corner">
            <a:avLst>
              <a:gd name="adj1" fmla="val 50000"/>
              <a:gd name="adj2" fmla="val 40111"/>
            </a:avLst>
          </a:prstGeom>
          <a:ln>
            <a:noFill/>
          </a:ln>
          <a:effectLst>
            <a:outerShdw blurRad="190500" dist="228600" dir="2700000" algn="ctr">
              <a:srgbClr val="000000">
                <a:alpha val="30000"/>
              </a:srgbClr>
            </a:outerShdw>
            <a:reflection blurRad="63500" stA="28000" endPos="65000" dist="228600" dir="5400000" sy="-100000" algn="bl" rotWithShape="0"/>
          </a:effectLst>
          <a:scene3d>
            <a:camera prst="orthographicFront">
              <a:rot lat="0" lon="0" rev="0"/>
            </a:camera>
            <a:lightRig rig="glow" dir="t">
              <a:rot lat="0" lon="0" rev="4800000"/>
            </a:lightRig>
          </a:scene3d>
          <a:sp3d prstMaterial="matte">
            <a:bevelT w="127000" h="635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5" name="L-Shape 24"/>
          <p:cNvSpPr/>
          <p:nvPr/>
        </p:nvSpPr>
        <p:spPr>
          <a:xfrm>
            <a:off x="4352598" y="2634492"/>
            <a:ext cx="289144" cy="3340946"/>
          </a:xfrm>
          <a:prstGeom prst="corner">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27" name="L-Shape 26"/>
          <p:cNvSpPr/>
          <p:nvPr/>
        </p:nvSpPr>
        <p:spPr>
          <a:xfrm>
            <a:off x="8532665" y="2613832"/>
            <a:ext cx="219710" cy="3361605"/>
          </a:xfrm>
          <a:prstGeom prst="corner">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pic>
        <p:nvPicPr>
          <p:cNvPr id="28" name="Picture 27"/>
          <p:cNvPicPr>
            <a:picLocks noChangeAspect="1"/>
          </p:cNvPicPr>
          <p:nvPr/>
        </p:nvPicPr>
        <p:blipFill>
          <a:blip r:embed="rId3"/>
          <a:stretch>
            <a:fillRect/>
          </a:stretch>
        </p:blipFill>
        <p:spPr>
          <a:xfrm>
            <a:off x="191455" y="1938693"/>
            <a:ext cx="761840" cy="672379"/>
          </a:xfrm>
          <a:prstGeom prst="rect">
            <a:avLst/>
          </a:prstGeom>
        </p:spPr>
      </p:pic>
      <p:pic>
        <p:nvPicPr>
          <p:cNvPr id="29" name="Picture 28"/>
          <p:cNvPicPr>
            <a:picLocks noChangeAspect="1"/>
          </p:cNvPicPr>
          <p:nvPr/>
        </p:nvPicPr>
        <p:blipFill>
          <a:blip r:embed="rId4"/>
          <a:stretch>
            <a:fillRect/>
          </a:stretch>
        </p:blipFill>
        <p:spPr>
          <a:xfrm>
            <a:off x="4053309" y="1884848"/>
            <a:ext cx="821410" cy="728986"/>
          </a:xfrm>
          <a:prstGeom prst="rect">
            <a:avLst/>
          </a:prstGeom>
        </p:spPr>
      </p:pic>
      <p:pic>
        <p:nvPicPr>
          <p:cNvPr id="30" name="Picture 29"/>
          <p:cNvPicPr>
            <a:picLocks noChangeAspect="1"/>
          </p:cNvPicPr>
          <p:nvPr/>
        </p:nvPicPr>
        <p:blipFill>
          <a:blip r:embed="rId5"/>
          <a:stretch>
            <a:fillRect/>
          </a:stretch>
        </p:blipFill>
        <p:spPr>
          <a:xfrm>
            <a:off x="8096960" y="1938694"/>
            <a:ext cx="841434" cy="6212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10">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5" name="TextBox 4"/>
          <p:cNvSpPr txBox="1"/>
          <p:nvPr/>
        </p:nvSpPr>
        <p:spPr>
          <a:xfrm>
            <a:off x="2340444" y="194810"/>
            <a:ext cx="5948672" cy="584775"/>
          </a:xfrm>
          <a:prstGeom prst="rect">
            <a:avLst/>
          </a:prstGeom>
          <a:noFill/>
        </p:spPr>
        <p:txBody>
          <a:bodyPr wrap="square">
            <a:spAutoFit/>
          </a:bodyPr>
          <a:lstStyle/>
          <a:p>
            <a:pPr algn="ctr" defTabSz="457200">
              <a:tabLst>
                <a:tab pos="0" algn="l"/>
              </a:tabLst>
            </a:pPr>
            <a:r>
              <a:rPr lang="en-US" sz="3200" b="1" spc="-1" dirty="0">
                <a:solidFill>
                  <a:schemeClr val="tx2"/>
                </a:solidFill>
                <a:latin typeface="Arial" panose="020B0604020202020204" pitchFamily="34" charset="0"/>
                <a:ea typeface="MS PGothic" panose="020B0600070205080204" charset="-128"/>
                <a:cs typeface="Arial" panose="020B0604020202020204" pitchFamily="34" charset="0"/>
              </a:rPr>
              <a:t>IMPACT AND BENEFITS</a:t>
            </a:r>
            <a:endParaRPr lang="en-IN" sz="3200" b="1" spc="-1" dirty="0">
              <a:solidFill>
                <a:schemeClr val="tx2"/>
              </a:solidFill>
              <a:latin typeface="Arial" panose="020B0604020202020204" pitchFamily="34" charset="0"/>
              <a:ea typeface="MS PGothic" panose="020B0600070205080204" charset="-128"/>
              <a:cs typeface="Arial" panose="020B0604020202020204" pitchFamily="34" charset="0"/>
            </a:endParaRPr>
          </a:p>
        </p:txBody>
      </p:sp>
      <p:sp>
        <p:nvSpPr>
          <p:cNvPr id="15" name="TextBox 14"/>
          <p:cNvSpPr txBox="1"/>
          <p:nvPr/>
        </p:nvSpPr>
        <p:spPr>
          <a:xfrm>
            <a:off x="-398390" y="863707"/>
            <a:ext cx="12260825" cy="369332"/>
          </a:xfrm>
          <a:prstGeom prst="rect">
            <a:avLst/>
          </a:prstGeom>
          <a:noFill/>
        </p:spPr>
        <p:txBody>
          <a:bodyPr wrap="square">
            <a:spAutoFit/>
          </a:bodyPr>
          <a:lstStyle/>
          <a:p>
            <a:pPr algn="ctr"/>
            <a:r>
              <a:rPr lang="en-US" sz="1800" b="1" dirty="0">
                <a:solidFill>
                  <a:srgbClr val="002060"/>
                </a:solidFill>
                <a:latin typeface="Times New Roman" panose="02020603050405020304" pitchFamily="18" charset="0"/>
                <a:ea typeface="MS PGothic" panose="020B0600070205080204" charset="-128"/>
                <a:cs typeface="Times New Roman" panose="02020603050405020304" pitchFamily="18" charset="0"/>
              </a:rPr>
              <a:t>IMPACT</a:t>
            </a:r>
            <a:endParaRPr lang="en-IN" dirty="0">
              <a:solidFill>
                <a:srgbClr val="00206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194071" y="1525470"/>
            <a:ext cx="2657273" cy="1815882"/>
          </a:xfrm>
          <a:prstGeom prst="rect">
            <a:avLst/>
          </a:prstGeom>
          <a:solidFill>
            <a:srgbClr val="0099CC"/>
          </a:solidFill>
        </p:spPr>
        <p:txBody>
          <a:bodyPr wrap="square" rtlCol="0">
            <a:spAutoFit/>
          </a:bodyPr>
          <a:lstStyle/>
          <a:p>
            <a:r>
              <a:rPr lang="en-US" sz="1600" b="1" dirty="0">
                <a:solidFill>
                  <a:schemeClr val="bg1"/>
                </a:solidFill>
              </a:rPr>
              <a:t>      Fair Access for Every Household</a:t>
            </a:r>
            <a:r>
              <a:rPr lang="en-IN" sz="1600" b="1" dirty="0">
                <a:solidFill>
                  <a:schemeClr val="bg1"/>
                </a:solidFill>
              </a:rPr>
              <a:t>:</a:t>
            </a:r>
            <a:br>
              <a:rPr lang="en-IN" sz="1600" dirty="0">
                <a:solidFill>
                  <a:schemeClr val="bg1"/>
                </a:solidFill>
              </a:rPr>
            </a:br>
            <a:r>
              <a:rPr lang="en-US" sz="1600" dirty="0">
                <a:solidFill>
                  <a:schemeClr val="bg1"/>
                </a:solidFill>
              </a:rPr>
              <a:t>System ensures families on highest hills get adequate pressure without expensive suction pumps (₹5,000-15,000)</a:t>
            </a:r>
            <a:endParaRPr lang="en-IN" sz="1600" dirty="0">
              <a:solidFill>
                <a:schemeClr val="bg1"/>
              </a:solidFill>
            </a:endParaRPr>
          </a:p>
        </p:txBody>
      </p:sp>
      <p:sp>
        <p:nvSpPr>
          <p:cNvPr id="22" name="Flowchart: Connector 21"/>
          <p:cNvSpPr/>
          <p:nvPr/>
        </p:nvSpPr>
        <p:spPr>
          <a:xfrm>
            <a:off x="100921" y="1118501"/>
            <a:ext cx="570267" cy="432620"/>
          </a:xfrm>
          <a:prstGeom prst="flowChartConnector">
            <a:avLst/>
          </a:prstGeom>
          <a:solidFill>
            <a:schemeClr val="bg1"/>
          </a:solidFill>
          <a:ln w="57150">
            <a:solidFill>
              <a:srgbClr val="00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99CC"/>
                </a:solidFill>
              </a:rPr>
              <a:t>1</a:t>
            </a:r>
            <a:endParaRPr lang="en-IN" b="1" dirty="0">
              <a:solidFill>
                <a:srgbClr val="0099CC"/>
              </a:solidFill>
            </a:endParaRPr>
          </a:p>
        </p:txBody>
      </p:sp>
      <p:grpSp>
        <p:nvGrpSpPr>
          <p:cNvPr id="24" name="Group 23"/>
          <p:cNvGrpSpPr/>
          <p:nvPr/>
        </p:nvGrpSpPr>
        <p:grpSpPr>
          <a:xfrm>
            <a:off x="2915401" y="1385666"/>
            <a:ext cx="3098712" cy="1955685"/>
            <a:chOff x="-46467" y="49210"/>
            <a:chExt cx="2856183" cy="1085814"/>
          </a:xfrm>
        </p:grpSpPr>
        <p:sp>
          <p:nvSpPr>
            <p:cNvPr id="25" name="TextBox 24"/>
            <p:cNvSpPr txBox="1"/>
            <p:nvPr/>
          </p:nvSpPr>
          <p:spPr>
            <a:xfrm>
              <a:off x="-18862" y="296381"/>
              <a:ext cx="2828578" cy="838643"/>
            </a:xfrm>
            <a:prstGeom prst="rect">
              <a:avLst/>
            </a:prstGeom>
            <a:solidFill>
              <a:srgbClr val="5B9BD5"/>
            </a:solidFill>
          </p:spPr>
          <p:txBody>
            <a:bodyPr wrap="square" rtlCol="0">
              <a:spAutoFit/>
            </a:bodyPr>
            <a:lstStyle/>
            <a:p>
              <a:r>
                <a:rPr lang="en-IN" sz="1600" dirty="0">
                  <a:solidFill>
                    <a:schemeClr val="bg1"/>
                  </a:solidFill>
                </a:rPr>
                <a:t>   </a:t>
              </a:r>
              <a:r>
                <a:rPr lang="en-IN" sz="1600" b="1" dirty="0">
                  <a:solidFill>
                    <a:schemeClr val="bg1"/>
                  </a:solidFill>
                </a:rPr>
                <a:t>Predictable Daily Life:</a:t>
              </a:r>
              <a:br>
                <a:rPr lang="en-IN" sz="1600" dirty="0">
                  <a:solidFill>
                    <a:schemeClr val="bg1"/>
                  </a:solidFill>
                </a:rPr>
              </a:br>
              <a:r>
                <a:rPr lang="en-US" sz="1600" dirty="0">
                  <a:solidFill>
                    <a:schemeClr val="bg1"/>
                  </a:solidFill>
                </a:rPr>
                <a:t>Live pressure updates via webapp no more waiting hours. Citizens get time back for work and family.</a:t>
              </a:r>
              <a:endParaRPr lang="en-IN" sz="1600" dirty="0">
                <a:solidFill>
                  <a:schemeClr val="bg1"/>
                </a:solidFill>
              </a:endParaRPr>
            </a:p>
          </p:txBody>
        </p:sp>
        <p:sp>
          <p:nvSpPr>
            <p:cNvPr id="26" name="Flowchart: Connector 25"/>
            <p:cNvSpPr/>
            <p:nvPr/>
          </p:nvSpPr>
          <p:spPr>
            <a:xfrm>
              <a:off x="-46467" y="49210"/>
              <a:ext cx="570267" cy="252922"/>
            </a:xfrm>
            <a:prstGeom prst="flowChartConnector">
              <a:avLst/>
            </a:prstGeom>
            <a:solidFill>
              <a:schemeClr val="bg1"/>
            </a:solidFill>
            <a:ln w="57150">
              <a:solidFill>
                <a:srgbClr val="5B9B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5"/>
                  </a:solidFill>
                </a:rPr>
                <a:t>2</a:t>
              </a:r>
              <a:endParaRPr lang="en-IN" b="1" dirty="0">
                <a:solidFill>
                  <a:schemeClr val="accent5"/>
                </a:solidFill>
              </a:endParaRPr>
            </a:p>
          </p:txBody>
        </p:sp>
      </p:grpSp>
      <p:grpSp>
        <p:nvGrpSpPr>
          <p:cNvPr id="27" name="Group 26"/>
          <p:cNvGrpSpPr/>
          <p:nvPr/>
        </p:nvGrpSpPr>
        <p:grpSpPr>
          <a:xfrm>
            <a:off x="6107293" y="1394874"/>
            <a:ext cx="2664019" cy="1960381"/>
            <a:chOff x="192158" y="443099"/>
            <a:chExt cx="2664019" cy="1960381"/>
          </a:xfrm>
        </p:grpSpPr>
        <p:sp>
          <p:nvSpPr>
            <p:cNvPr id="28" name="TextBox 27"/>
            <p:cNvSpPr txBox="1"/>
            <p:nvPr/>
          </p:nvSpPr>
          <p:spPr>
            <a:xfrm>
              <a:off x="192158" y="833820"/>
              <a:ext cx="2664019" cy="1569660"/>
            </a:xfrm>
            <a:prstGeom prst="rect">
              <a:avLst/>
            </a:prstGeom>
            <a:solidFill>
              <a:srgbClr val="2E75B6"/>
            </a:solidFill>
          </p:spPr>
          <p:txBody>
            <a:bodyPr wrap="square" rtlCol="0">
              <a:spAutoFit/>
            </a:bodyPr>
            <a:lstStyle/>
            <a:p>
              <a:r>
                <a:rPr lang="en-IN" sz="1600" b="1" dirty="0">
                  <a:solidFill>
                    <a:schemeClr val="bg1"/>
                  </a:solidFill>
                </a:rPr>
                <a:t>       Direct Cost Savings:</a:t>
              </a:r>
              <a:endParaRPr lang="en-IN" sz="1600" b="1" dirty="0">
                <a:solidFill>
                  <a:schemeClr val="bg1"/>
                </a:solidFill>
              </a:endParaRPr>
            </a:p>
            <a:p>
              <a:r>
                <a:rPr lang="en-US" sz="1600" dirty="0">
                  <a:solidFill>
                    <a:schemeClr val="bg1"/>
                  </a:solidFill>
                </a:rPr>
                <a:t>Families save ₹500-1,000/month by avoiding private water tankers. For 10 lakh citizens = significant community savings.</a:t>
              </a:r>
              <a:endParaRPr lang="en-IN" sz="1600" dirty="0">
                <a:solidFill>
                  <a:schemeClr val="bg1"/>
                </a:solidFill>
              </a:endParaRPr>
            </a:p>
          </p:txBody>
        </p:sp>
        <p:sp>
          <p:nvSpPr>
            <p:cNvPr id="29" name="Flowchart: Connector 28"/>
            <p:cNvSpPr/>
            <p:nvPr/>
          </p:nvSpPr>
          <p:spPr>
            <a:xfrm>
              <a:off x="192898" y="443099"/>
              <a:ext cx="570267" cy="432620"/>
            </a:xfrm>
            <a:prstGeom prst="flowChartConnector">
              <a:avLst/>
            </a:prstGeom>
            <a:solidFill>
              <a:schemeClr val="bg1"/>
            </a:solidFill>
            <a:ln w="57150">
              <a:solidFill>
                <a:srgbClr val="2E75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5">
                      <a:lumMod val="75000"/>
                    </a:schemeClr>
                  </a:solidFill>
                </a:rPr>
                <a:t>3</a:t>
              </a:r>
              <a:endParaRPr lang="en-IN" b="1" dirty="0">
                <a:solidFill>
                  <a:schemeClr val="accent5">
                    <a:lumMod val="75000"/>
                  </a:schemeClr>
                </a:solidFill>
              </a:endParaRPr>
            </a:p>
          </p:txBody>
        </p:sp>
      </p:grpSp>
      <p:grpSp>
        <p:nvGrpSpPr>
          <p:cNvPr id="30" name="Group 29"/>
          <p:cNvGrpSpPr/>
          <p:nvPr/>
        </p:nvGrpSpPr>
        <p:grpSpPr>
          <a:xfrm>
            <a:off x="8864492" y="1595772"/>
            <a:ext cx="3161532" cy="1719825"/>
            <a:chOff x="60420" y="561575"/>
            <a:chExt cx="2730431" cy="1719825"/>
          </a:xfrm>
          <a:solidFill>
            <a:srgbClr val="3366CC"/>
          </a:solidFill>
        </p:grpSpPr>
        <p:sp>
          <p:nvSpPr>
            <p:cNvPr id="31" name="TextBox 30"/>
            <p:cNvSpPr txBox="1"/>
            <p:nvPr/>
          </p:nvSpPr>
          <p:spPr>
            <a:xfrm>
              <a:off x="77147" y="957961"/>
              <a:ext cx="2713704" cy="1323439"/>
            </a:xfrm>
            <a:prstGeom prst="rect">
              <a:avLst/>
            </a:prstGeom>
            <a:solidFill>
              <a:srgbClr val="0099FF"/>
            </a:solidFill>
            <a:ln>
              <a:solidFill>
                <a:srgbClr val="0099FF"/>
              </a:solidFill>
            </a:ln>
          </p:spPr>
          <p:txBody>
            <a:bodyPr wrap="square" rtlCol="0">
              <a:spAutoFit/>
            </a:bodyPr>
            <a:lstStyle/>
            <a:p>
              <a:r>
                <a:rPr lang="en-IN" sz="1600" dirty="0">
                  <a:solidFill>
                    <a:schemeClr val="bg1"/>
                  </a:solidFill>
                </a:rPr>
                <a:t>          </a:t>
              </a:r>
              <a:r>
                <a:rPr lang="en-IN" sz="1600" b="1" dirty="0">
                  <a:solidFill>
                    <a:schemeClr val="bg1"/>
                  </a:solidFill>
                </a:rPr>
                <a:t>Safe &amp; Clean Water:</a:t>
              </a:r>
              <a:br>
                <a:rPr lang="en-IN" dirty="0">
                  <a:solidFill>
                    <a:schemeClr val="bg1"/>
                  </a:solidFill>
                  <a:latin typeface="Calibri" panose="020F0502020204030204" charset="0"/>
                  <a:ea typeface="Calibri" panose="020F0502020204030204" charset="0"/>
                  <a:cs typeface="Times New Roman" panose="02020603050405020304" pitchFamily="18" charset="0"/>
                </a:rPr>
              </a:br>
              <a:r>
                <a:rPr lang="en-US" sz="1600" dirty="0">
                  <a:solidFill>
                    <a:schemeClr val="bg1"/>
                  </a:solidFill>
                </a:rPr>
                <a:t>Prevents back-flow contamination - reduces Typhoid, Cholera, and gastroenteritis risk.</a:t>
              </a:r>
              <a:endParaRPr lang="en-US" sz="1600" dirty="0">
                <a:solidFill>
                  <a:schemeClr val="bg1"/>
                </a:solidFill>
              </a:endParaRPr>
            </a:p>
            <a:p>
              <a:endParaRPr lang="en-IN" sz="1600" dirty="0">
                <a:solidFill>
                  <a:schemeClr val="bg1"/>
                </a:solidFill>
              </a:endParaRPr>
            </a:p>
          </p:txBody>
        </p:sp>
        <p:sp>
          <p:nvSpPr>
            <p:cNvPr id="32" name="Flowchart: Connector 31"/>
            <p:cNvSpPr/>
            <p:nvPr/>
          </p:nvSpPr>
          <p:spPr>
            <a:xfrm>
              <a:off x="60420" y="561575"/>
              <a:ext cx="526465" cy="432620"/>
            </a:xfrm>
            <a:prstGeom prst="flowChartConnector">
              <a:avLst/>
            </a:prstGeom>
            <a:solidFill>
              <a:schemeClr val="bg1"/>
            </a:solidFill>
            <a:ln w="57150">
              <a:solidFill>
                <a:srgbClr val="00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99FF"/>
                  </a:solidFill>
                </a:rPr>
                <a:t>4</a:t>
              </a:r>
              <a:endParaRPr lang="en-IN" b="1" dirty="0">
                <a:solidFill>
                  <a:srgbClr val="0099FF"/>
                </a:solidFill>
              </a:endParaRPr>
            </a:p>
          </p:txBody>
        </p:sp>
      </p:grpSp>
      <p:sp>
        <p:nvSpPr>
          <p:cNvPr id="33" name="TextBox 32"/>
          <p:cNvSpPr txBox="1"/>
          <p:nvPr/>
        </p:nvSpPr>
        <p:spPr>
          <a:xfrm>
            <a:off x="-274042" y="3614469"/>
            <a:ext cx="12191998" cy="369332"/>
          </a:xfrm>
          <a:prstGeom prst="rect">
            <a:avLst/>
          </a:prstGeom>
          <a:noFill/>
        </p:spPr>
        <p:txBody>
          <a:bodyPr wrap="square">
            <a:spAutoFit/>
          </a:bodyPr>
          <a:lstStyle/>
          <a:p>
            <a:pPr algn="ctr"/>
            <a:r>
              <a:rPr lang="en-US" b="1" dirty="0">
                <a:solidFill>
                  <a:srgbClr val="002060"/>
                </a:solidFill>
                <a:latin typeface="Times New Roman" panose="02020603050405020304" pitchFamily="18" charset="0"/>
                <a:cs typeface="Times New Roman" panose="02020603050405020304" pitchFamily="18" charset="0"/>
              </a:rPr>
              <a:t>BENEFITS</a:t>
            </a:r>
            <a:endParaRPr lang="en-IN" b="1" dirty="0">
              <a:solidFill>
                <a:srgbClr val="002060"/>
              </a:solidFill>
              <a:latin typeface="Times New Roman" panose="02020603050405020304" pitchFamily="18" charset="0"/>
              <a:cs typeface="Times New Roman" panose="02020603050405020304" pitchFamily="18" charset="0"/>
            </a:endParaRPr>
          </a:p>
        </p:txBody>
      </p:sp>
      <p:grpSp>
        <p:nvGrpSpPr>
          <p:cNvPr id="34" name="Group 33"/>
          <p:cNvGrpSpPr/>
          <p:nvPr/>
        </p:nvGrpSpPr>
        <p:grpSpPr>
          <a:xfrm>
            <a:off x="194071" y="4428987"/>
            <a:ext cx="2873997" cy="1887597"/>
            <a:chOff x="182778" y="3191717"/>
            <a:chExt cx="2873997" cy="2346269"/>
          </a:xfrm>
        </p:grpSpPr>
        <p:sp>
          <p:nvSpPr>
            <p:cNvPr id="35" name="Rectangle 34"/>
            <p:cNvSpPr/>
            <p:nvPr/>
          </p:nvSpPr>
          <p:spPr>
            <a:xfrm>
              <a:off x="192095" y="3254406"/>
              <a:ext cx="2689253" cy="2283580"/>
            </a:xfrm>
            <a:prstGeom prst="rect">
              <a:avLst/>
            </a:prstGeom>
            <a:noFill/>
            <a:ln w="28575">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36" name="TextBox 35"/>
            <p:cNvSpPr txBox="1"/>
            <p:nvPr/>
          </p:nvSpPr>
          <p:spPr>
            <a:xfrm>
              <a:off x="182778" y="3909763"/>
              <a:ext cx="2873997" cy="1169551"/>
            </a:xfrm>
            <a:prstGeom prst="rect">
              <a:avLst/>
            </a:prstGeom>
            <a:noFill/>
          </p:spPr>
          <p:txBody>
            <a:bodyPr wrap="square">
              <a:spAutoFit/>
            </a:bodyPr>
            <a:lstStyle/>
            <a:p>
              <a:pPr marL="285750" indent="-285750">
                <a:buFont typeface="Arial" panose="020B0604020202020204" pitchFamily="34" charset="0"/>
                <a:buChar char="•"/>
              </a:pPr>
              <a:r>
                <a:rPr lang="en-IN" sz="1400" dirty="0">
                  <a:latin typeface="Calibri" panose="020F0502020204030204" charset="0"/>
                  <a:ea typeface="MS PGothic" panose="020B0600070205080204" charset="-128"/>
                </a:rPr>
                <a:t>Dignity and Time Restored</a:t>
              </a:r>
              <a:r>
                <a:rPr lang="en-US" sz="1400" dirty="0">
                  <a:latin typeface="Calibri" panose="020F0502020204030204" charset="0"/>
                  <a:ea typeface="MS PGothic" panose="020B0600070205080204" charset="-128"/>
                </a:rPr>
                <a:t>.</a:t>
              </a:r>
              <a:endParaRPr lang="en-US" sz="1400" dirty="0">
                <a:latin typeface="Calibri" panose="020F0502020204030204" charset="0"/>
                <a:ea typeface="MS PGothic" panose="020B0600070205080204" charset="-128"/>
              </a:endParaRPr>
            </a:p>
            <a:p>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US" sz="1400" dirty="0">
                  <a:latin typeface="Calibri" panose="020F0502020204030204" charset="0"/>
                  <a:ea typeface="MS PGothic" panose="020B0600070205080204" charset="-128"/>
                </a:rPr>
                <a:t>Reducing Community Conflict and Building Trust.</a:t>
              </a:r>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endParaRPr lang="en-IN" sz="1400" dirty="0"/>
            </a:p>
          </p:txBody>
        </p:sp>
        <p:sp>
          <p:nvSpPr>
            <p:cNvPr id="37" name="Rectangle: Rounded Corners 36"/>
            <p:cNvSpPr/>
            <p:nvPr/>
          </p:nvSpPr>
          <p:spPr>
            <a:xfrm>
              <a:off x="618018" y="3191717"/>
              <a:ext cx="1896785" cy="381288"/>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dirty="0">
                  <a:solidFill>
                    <a:schemeClr val="tx1"/>
                  </a:solidFill>
                </a:rPr>
                <a:t>Social</a:t>
              </a:r>
              <a:endParaRPr lang="en-IN" b="1" dirty="0">
                <a:solidFill>
                  <a:schemeClr val="tx1"/>
                </a:solidFill>
              </a:endParaRPr>
            </a:p>
          </p:txBody>
        </p:sp>
      </p:grpSp>
      <p:grpSp>
        <p:nvGrpSpPr>
          <p:cNvPr id="38" name="Group 37"/>
          <p:cNvGrpSpPr/>
          <p:nvPr/>
        </p:nvGrpSpPr>
        <p:grpSpPr>
          <a:xfrm>
            <a:off x="2915401" y="4272307"/>
            <a:ext cx="3013941" cy="2041188"/>
            <a:chOff x="3152032" y="3271024"/>
            <a:chExt cx="3013941" cy="2499860"/>
          </a:xfrm>
        </p:grpSpPr>
        <p:grpSp>
          <p:nvGrpSpPr>
            <p:cNvPr id="39" name="Group 38"/>
            <p:cNvGrpSpPr/>
            <p:nvPr/>
          </p:nvGrpSpPr>
          <p:grpSpPr>
            <a:xfrm>
              <a:off x="3152032" y="3271024"/>
              <a:ext cx="2903736" cy="2499860"/>
              <a:chOff x="192095" y="3191717"/>
              <a:chExt cx="2903736" cy="2499860"/>
            </a:xfrm>
          </p:grpSpPr>
          <p:sp>
            <p:nvSpPr>
              <p:cNvPr id="41" name="Rectangle 40"/>
              <p:cNvSpPr/>
              <p:nvPr/>
            </p:nvSpPr>
            <p:spPr>
              <a:xfrm>
                <a:off x="246032" y="3407997"/>
                <a:ext cx="2849799" cy="2283580"/>
              </a:xfrm>
              <a:prstGeom prst="rect">
                <a:avLst/>
              </a:prstGeom>
              <a:noFill/>
              <a:ln w="28575">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42" name="TextBox 41"/>
              <p:cNvSpPr txBox="1"/>
              <p:nvPr/>
            </p:nvSpPr>
            <p:spPr>
              <a:xfrm>
                <a:off x="192095" y="3583212"/>
                <a:ext cx="2873997" cy="338554"/>
              </a:xfrm>
              <a:prstGeom prst="rect">
                <a:avLst/>
              </a:prstGeom>
              <a:noFill/>
            </p:spPr>
            <p:txBody>
              <a:bodyPr wrap="square">
                <a:spAutoFit/>
              </a:bodyPr>
              <a:lstStyle/>
              <a:p>
                <a:pPr marL="285750" indent="-285750">
                  <a:buFont typeface="Arial" panose="020B0604020202020204" pitchFamily="34" charset="0"/>
                  <a:buChar char="•"/>
                </a:pPr>
                <a:endParaRPr lang="en-IN" sz="1600" dirty="0"/>
              </a:p>
            </p:txBody>
          </p:sp>
          <p:sp>
            <p:nvSpPr>
              <p:cNvPr id="43" name="Rectangle: Rounded Corners 42"/>
              <p:cNvSpPr/>
              <p:nvPr/>
            </p:nvSpPr>
            <p:spPr>
              <a:xfrm>
                <a:off x="698291" y="3191717"/>
                <a:ext cx="1896785" cy="381288"/>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dirty="0">
                    <a:solidFill>
                      <a:schemeClr val="tx1"/>
                    </a:solidFill>
                  </a:rPr>
                  <a:t>Economic</a:t>
                </a:r>
                <a:endParaRPr lang="en-IN" b="1" dirty="0">
                  <a:solidFill>
                    <a:schemeClr val="tx1"/>
                  </a:solidFill>
                </a:endParaRPr>
              </a:p>
            </p:txBody>
          </p:sp>
        </p:grpSp>
        <p:sp>
          <p:nvSpPr>
            <p:cNvPr id="40" name="TextBox 39"/>
            <p:cNvSpPr txBox="1"/>
            <p:nvPr/>
          </p:nvSpPr>
          <p:spPr>
            <a:xfrm>
              <a:off x="3199098" y="3831796"/>
              <a:ext cx="2966875" cy="1384995"/>
            </a:xfrm>
            <a:prstGeom prst="rect">
              <a:avLst/>
            </a:prstGeom>
            <a:noFill/>
          </p:spPr>
          <p:txBody>
            <a:bodyPr wrap="square">
              <a:spAutoFit/>
            </a:bodyPr>
            <a:lstStyle/>
            <a:p>
              <a:pPr marL="285750" indent="-285750">
                <a:buFont typeface="Arial" panose="020B0604020202020204" pitchFamily="34" charset="0"/>
                <a:buChar char="•"/>
              </a:pPr>
              <a:r>
                <a:rPr lang="en-IN" sz="1400" dirty="0">
                  <a:latin typeface="Calibri" panose="020F0502020204030204" charset="0"/>
                  <a:ea typeface="MS PGothic" panose="020B0600070205080204" charset="-128"/>
                </a:rPr>
                <a:t>For Citizens:</a:t>
              </a:r>
              <a:r>
                <a:rPr lang="en-US" sz="1400" dirty="0">
                  <a:latin typeface="Calibri" panose="020F0502020204030204" charset="0"/>
                  <a:ea typeface="MS PGothic" panose="020B0600070205080204" charset="-128"/>
                </a:rPr>
                <a:t>₹500-1,000/month savings, No ₹10,000+ pump costs.</a:t>
              </a:r>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IN" sz="1400" dirty="0">
                  <a:latin typeface="Calibri" panose="020F0502020204030204" charset="0"/>
                  <a:ea typeface="MS PGothic" panose="020B0600070205080204" charset="-128"/>
                </a:rPr>
                <a:t>For SMC:</a:t>
              </a:r>
              <a:r>
                <a:rPr lang="en-US" sz="1400" dirty="0">
                  <a:latin typeface="Calibri" panose="020F0502020204030204" charset="0"/>
                  <a:ea typeface="MS PGothic" panose="020B0600070205080204" charset="-128"/>
                </a:rPr>
                <a:t>60-70% cheaper repairs, 15-20% lower electricity, Reduced complaints.</a:t>
              </a:r>
              <a:endParaRPr lang="en-IN" sz="1400" dirty="0">
                <a:latin typeface="Calibri" panose="020F0502020204030204" charset="0"/>
                <a:ea typeface="MS PGothic" panose="020B0600070205080204" charset="-128"/>
              </a:endParaRPr>
            </a:p>
          </p:txBody>
        </p:sp>
      </p:grpSp>
      <p:grpSp>
        <p:nvGrpSpPr>
          <p:cNvPr id="44" name="Group 43"/>
          <p:cNvGrpSpPr/>
          <p:nvPr/>
        </p:nvGrpSpPr>
        <p:grpSpPr>
          <a:xfrm>
            <a:off x="5967906" y="4222312"/>
            <a:ext cx="2920205" cy="2090275"/>
            <a:chOff x="159187" y="3425565"/>
            <a:chExt cx="2920205" cy="2812893"/>
          </a:xfrm>
        </p:grpSpPr>
        <p:sp>
          <p:nvSpPr>
            <p:cNvPr id="45" name="Rectangle 44"/>
            <p:cNvSpPr/>
            <p:nvPr/>
          </p:nvSpPr>
          <p:spPr>
            <a:xfrm>
              <a:off x="205394" y="3734962"/>
              <a:ext cx="2873998" cy="2503496"/>
            </a:xfrm>
            <a:prstGeom prst="rect">
              <a:avLst/>
            </a:prstGeom>
            <a:noFill/>
            <a:ln w="28575">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46" name="TextBox 45"/>
            <p:cNvSpPr txBox="1"/>
            <p:nvPr/>
          </p:nvSpPr>
          <p:spPr>
            <a:xfrm>
              <a:off x="159187" y="3705427"/>
              <a:ext cx="2873997" cy="2153717"/>
            </a:xfrm>
            <a:prstGeom prst="rect">
              <a:avLst/>
            </a:prstGeom>
            <a:noFill/>
          </p:spPr>
          <p:txBody>
            <a:bodyPr wrap="square">
              <a:spAutoFit/>
            </a:bodyPr>
            <a:lstStyle/>
            <a:p>
              <a:pPr marL="285750" indent="-285750">
                <a:buFont typeface="Arial" panose="020B0604020202020204" pitchFamily="34" charset="0"/>
                <a:buChar char="•"/>
              </a:pPr>
              <a:endParaRPr lang="en-IN"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IN" sz="1400" dirty="0">
                  <a:latin typeface="Calibri" panose="020F0502020204030204" charset="0"/>
                  <a:ea typeface="MS PGothic" panose="020B0600070205080204" charset="-128"/>
                </a:rPr>
                <a:t>Real-time monitoring for SMC</a:t>
              </a:r>
              <a:endParaRPr lang="en-IN" sz="1400" dirty="0">
                <a:latin typeface="Calibri" panose="020F0502020204030204" charset="0"/>
                <a:ea typeface="MS PGothic" panose="020B0600070205080204" charset="-128"/>
              </a:endParaRPr>
            </a:p>
            <a:p>
              <a:pPr marL="285750" indent="-285750">
                <a:buFont typeface="Arial" panose="020B0604020202020204" pitchFamily="34" charset="0"/>
                <a:buChar char="•"/>
              </a:pPr>
              <a:endParaRPr lang="en-IN"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IN" sz="1400" dirty="0">
                  <a:latin typeface="Calibri" panose="020F0502020204030204" charset="0"/>
                  <a:ea typeface="MS PGothic" panose="020B0600070205080204" charset="-128"/>
                </a:rPr>
                <a:t>Data-driven decisions.</a:t>
              </a:r>
              <a:endParaRPr lang="en-IN" sz="1400" dirty="0">
                <a:latin typeface="Calibri" panose="020F0502020204030204" charset="0"/>
                <a:ea typeface="MS PGothic" panose="020B0600070205080204" charset="-128"/>
              </a:endParaRPr>
            </a:p>
            <a:p>
              <a:pPr marL="285750" indent="-285750">
                <a:buFont typeface="Arial" panose="020B0604020202020204" pitchFamily="34" charset="0"/>
                <a:buChar char="•"/>
              </a:pPr>
              <a:endParaRPr lang="en-IN"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IN" sz="1400" dirty="0">
                  <a:latin typeface="Calibri" panose="020F0502020204030204" charset="0"/>
                  <a:ea typeface="MS PGothic" panose="020B0600070205080204" charset="-128"/>
                </a:rPr>
                <a:t>Faster complaint resoluti</a:t>
              </a:r>
              <a:r>
                <a:rPr lang="en-IN" sz="1400" dirty="0"/>
                <a:t>on</a:t>
              </a:r>
              <a:endParaRPr lang="en-IN" sz="1400" dirty="0"/>
            </a:p>
            <a:p>
              <a:pPr marL="285750" indent="-285750">
                <a:buFont typeface="Arial" panose="020B0604020202020204" pitchFamily="34" charset="0"/>
                <a:buChar char="•"/>
              </a:pPr>
              <a:endParaRPr lang="en-US" sz="1400" dirty="0"/>
            </a:p>
          </p:txBody>
        </p:sp>
        <p:sp>
          <p:nvSpPr>
            <p:cNvPr id="47" name="Rectangle: Rounded Corners 46"/>
            <p:cNvSpPr/>
            <p:nvPr/>
          </p:nvSpPr>
          <p:spPr>
            <a:xfrm>
              <a:off x="659942" y="3425565"/>
              <a:ext cx="2059413" cy="381288"/>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b="1" dirty="0">
                <a:solidFill>
                  <a:schemeClr val="tx1"/>
                </a:solidFill>
              </a:endParaRPr>
            </a:p>
            <a:p>
              <a:pPr algn="ctr"/>
              <a:r>
                <a:rPr lang="en-IN" b="1" dirty="0">
                  <a:solidFill>
                    <a:schemeClr val="tx1"/>
                  </a:solidFill>
                </a:rPr>
                <a:t>Operational</a:t>
              </a:r>
              <a:endParaRPr lang="en-IN" b="1" dirty="0">
                <a:solidFill>
                  <a:schemeClr val="tx1"/>
                </a:solidFill>
              </a:endParaRPr>
            </a:p>
            <a:p>
              <a:pPr algn="ctr"/>
              <a:endParaRPr lang="en-IN" b="1" dirty="0">
                <a:solidFill>
                  <a:schemeClr val="tx1"/>
                </a:solidFill>
              </a:endParaRPr>
            </a:p>
          </p:txBody>
        </p:sp>
      </p:grpSp>
      <p:grpSp>
        <p:nvGrpSpPr>
          <p:cNvPr id="48" name="Group 47"/>
          <p:cNvGrpSpPr/>
          <p:nvPr/>
        </p:nvGrpSpPr>
        <p:grpSpPr>
          <a:xfrm>
            <a:off x="9036879" y="4346534"/>
            <a:ext cx="2873997" cy="1961667"/>
            <a:chOff x="305188" y="3191717"/>
            <a:chExt cx="2849800" cy="3396613"/>
          </a:xfrm>
        </p:grpSpPr>
        <p:sp>
          <p:nvSpPr>
            <p:cNvPr id="49" name="Rectangle 48"/>
            <p:cNvSpPr/>
            <p:nvPr/>
          </p:nvSpPr>
          <p:spPr>
            <a:xfrm>
              <a:off x="305188" y="3349001"/>
              <a:ext cx="2849800" cy="3239329"/>
            </a:xfrm>
            <a:prstGeom prst="rect">
              <a:avLst/>
            </a:prstGeom>
            <a:noFill/>
            <a:ln w="28575">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50" name="TextBox 49"/>
            <p:cNvSpPr txBox="1"/>
            <p:nvPr/>
          </p:nvSpPr>
          <p:spPr>
            <a:xfrm>
              <a:off x="459725" y="3591332"/>
              <a:ext cx="2473628" cy="2771147"/>
            </a:xfrm>
            <a:prstGeom prst="rect">
              <a:avLst/>
            </a:prstGeom>
            <a:noFill/>
          </p:spPr>
          <p:txBody>
            <a:bodyPr wrap="square">
              <a:spAutoFit/>
            </a:bodyPr>
            <a:lstStyle/>
            <a:p>
              <a:pPr marL="285750" indent="-285750">
                <a:buFont typeface="Arial" panose="020B0604020202020204" pitchFamily="34" charset="0"/>
                <a:buChar char="•"/>
              </a:pPr>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US" sz="1400" dirty="0">
                  <a:latin typeface="Calibri" panose="020F0502020204030204" charset="0"/>
                  <a:ea typeface="MS PGothic" panose="020B0600070205080204" charset="-128"/>
                </a:rPr>
                <a:t>5-10% water loss reduction= lakhs of liters saved.</a:t>
              </a:r>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endParaRPr lang="en-US" sz="1400" dirty="0">
                <a:latin typeface="Calibri" panose="020F0502020204030204" charset="0"/>
                <a:ea typeface="MS PGothic" panose="020B0600070205080204" charset="-128"/>
              </a:endParaRPr>
            </a:p>
            <a:p>
              <a:pPr marL="285750" indent="-285750">
                <a:buFont typeface="Arial" panose="020B0604020202020204" pitchFamily="34" charset="0"/>
                <a:buChar char="•"/>
              </a:pPr>
              <a:r>
                <a:rPr lang="en-US" sz="1400" dirty="0">
                  <a:latin typeface="Calibri" panose="020F0502020204030204" charset="0"/>
                  <a:ea typeface="MS PGothic" panose="020B0600070205080204" charset="-128"/>
                </a:rPr>
                <a:t>20-30% longer pipeline life sustainable growth.</a:t>
              </a:r>
              <a:endParaRPr lang="en-US" sz="1400" dirty="0">
                <a:latin typeface="Calibri" panose="020F0502020204030204" charset="0"/>
                <a:ea typeface="MS PGothic" panose="020B0600070205080204" charset="-128"/>
              </a:endParaRPr>
            </a:p>
          </p:txBody>
        </p:sp>
        <p:sp>
          <p:nvSpPr>
            <p:cNvPr id="51" name="Rectangle: Rounded Corners 50"/>
            <p:cNvSpPr/>
            <p:nvPr/>
          </p:nvSpPr>
          <p:spPr>
            <a:xfrm>
              <a:off x="618018" y="3191717"/>
              <a:ext cx="1896785" cy="381288"/>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kern="100" dirty="0">
                  <a:solidFill>
                    <a:schemeClr val="tx1"/>
                  </a:solidFill>
                  <a:latin typeface="Calibri" panose="020F0502020204030204" charset="0"/>
                  <a:ea typeface="Calibri" panose="020F0502020204030204" charset="0"/>
                  <a:cs typeface="Times New Roman" panose="02020603050405020304" pitchFamily="18" charset="0"/>
                </a:rPr>
                <a:t>Environmental</a:t>
              </a:r>
              <a:endParaRPr lang="en-IN" b="1" dirty="0">
                <a:solidFill>
                  <a:schemeClr val="tx1"/>
                </a:solidFill>
              </a:endParaRPr>
            </a:p>
          </p:txBody>
        </p:sp>
      </p:grpSp>
      <p:pic>
        <p:nvPicPr>
          <p:cNvPr id="52" name="Picture 51"/>
          <p:cNvPicPr>
            <a:picLocks noChangeAspect="1"/>
          </p:cNvPicPr>
          <p:nvPr/>
        </p:nvPicPr>
        <p:blipFill>
          <a:blip r:embed="rId1"/>
          <a:stretch>
            <a:fillRect/>
          </a:stretch>
        </p:blipFill>
        <p:spPr>
          <a:xfrm>
            <a:off x="932451" y="3578927"/>
            <a:ext cx="1180511" cy="847849"/>
          </a:xfrm>
          <a:prstGeom prst="rect">
            <a:avLst/>
          </a:prstGeom>
        </p:spPr>
      </p:pic>
      <p:pic>
        <p:nvPicPr>
          <p:cNvPr id="53" name="Picture 52"/>
          <p:cNvPicPr>
            <a:picLocks noChangeAspect="1"/>
          </p:cNvPicPr>
          <p:nvPr/>
        </p:nvPicPr>
        <p:blipFill>
          <a:blip r:embed="rId2"/>
          <a:stretch>
            <a:fillRect/>
          </a:stretch>
        </p:blipFill>
        <p:spPr>
          <a:xfrm>
            <a:off x="3795232" y="3584486"/>
            <a:ext cx="966999" cy="757730"/>
          </a:xfrm>
          <a:prstGeom prst="rect">
            <a:avLst/>
          </a:prstGeom>
        </p:spPr>
      </p:pic>
      <p:pic>
        <p:nvPicPr>
          <p:cNvPr id="1026" name="Picture 2" descr="Operations Icon Stock Illustration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5802" y="3401774"/>
            <a:ext cx="966999" cy="884376"/>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Network Securit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90265" y="3496820"/>
            <a:ext cx="1288477" cy="858151"/>
          </a:xfrm>
          <a:prstGeom prst="rect">
            <a:avLst/>
          </a:prstGeom>
          <a:noFill/>
          <a:extLst>
            <a:ext uri="{909E8E84-426E-40DD-AFC4-6F175D3DCCD1}">
              <a14:hiddenFill xmlns:a14="http://schemas.microsoft.com/office/drawing/2010/main">
                <a:solidFill>
                  <a:srgbClr val="FFFFFF"/>
                </a:solidFill>
              </a14:hiddenFill>
            </a:ext>
          </a:extLst>
        </p:spPr>
      </p:pic>
      <p:sp>
        <p:nvSpPr>
          <p:cNvPr id="55" name="Oval 11"/>
          <p:cNvSpPr/>
          <p:nvPr/>
        </p:nvSpPr>
        <p:spPr>
          <a:xfrm>
            <a:off x="329565" y="196850"/>
            <a:ext cx="1308735" cy="762635"/>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pc="-1" dirty="0">
                <a:solidFill>
                  <a:srgbClr val="000000"/>
                </a:solidFill>
                <a:latin typeface="Arial" panose="020B0604020202020204"/>
                <a:sym typeface="+mn-ea"/>
              </a:rPr>
              <a:t>FlowIQ</a:t>
            </a:r>
            <a:endParaRPr lang="en-IN" sz="1800" b="0" strike="noStrike" spc="-1" dirty="0">
              <a:solidFill>
                <a:srgbClr val="000000"/>
              </a:solidFill>
              <a:latin typeface="Arial" panose="020B0604020202020204"/>
            </a:endParaRPr>
          </a:p>
        </p:txBody>
      </p:sp>
      <p:pic>
        <p:nvPicPr>
          <p:cNvPr id="56" name="Picture 55"/>
          <p:cNvPicPr/>
          <p:nvPr/>
        </p:nvPicPr>
        <p:blipFill>
          <a:blip r:embed="rId5"/>
          <a:stretch>
            <a:fillRect/>
          </a:stretch>
        </p:blipFill>
        <p:spPr>
          <a:xfrm>
            <a:off x="8280360" y="108360"/>
            <a:ext cx="1716120" cy="697320"/>
          </a:xfrm>
          <a:prstGeom prst="rect">
            <a:avLst/>
          </a:prstGeom>
          <a:ln w="0">
            <a:noFill/>
          </a:ln>
        </p:spPr>
      </p:pic>
      <p:pic>
        <p:nvPicPr>
          <p:cNvPr id="57" name="Picture 56"/>
          <p:cNvPicPr/>
          <p:nvPr/>
        </p:nvPicPr>
        <p:blipFill>
          <a:blip r:embed="rId6"/>
          <a:stretch>
            <a:fillRect/>
          </a:stretch>
        </p:blipFill>
        <p:spPr>
          <a:xfrm>
            <a:off x="10080360" y="144360"/>
            <a:ext cx="1877400" cy="581040"/>
          </a:xfrm>
          <a:prstGeom prst="rect">
            <a:avLst/>
          </a:prstGeom>
          <a:ln w="0">
            <a:noFill/>
          </a:ln>
        </p:spPr>
      </p:pic>
      <p:sp>
        <p:nvSpPr>
          <p:cNvPr id="2" name="Rectangle 9"/>
          <p:cNvSpPr/>
          <p:nvPr/>
        </p:nvSpPr>
        <p:spPr>
          <a:xfrm>
            <a:off x="0" y="6354720"/>
            <a:ext cx="12191400" cy="502560"/>
          </a:xfrm>
          <a:prstGeom prst="rect">
            <a:avLst/>
          </a:prstGeom>
          <a:solidFill>
            <a:schemeClr val="tx2">
              <a:lumMod val="60000"/>
              <a:lumOff val="40000"/>
            </a:schemeClr>
          </a:solidFill>
          <a:ln w="9525">
            <a:solidFill>
              <a:schemeClr val="tx2">
                <a:lumMod val="60000"/>
                <a:lumOff val="40000"/>
              </a:schemeClr>
            </a:solidFill>
          </a:ln>
          <a:effectLst>
            <a:outerShdw dist="23040" dir="5400000" rotWithShape="0">
              <a:srgbClr val="808080">
                <a:alpha val="35000"/>
              </a:srgbClr>
            </a:outerShdw>
          </a:effectLst>
        </p:spPr>
        <p:style>
          <a:lnRef idx="0">
            <a:srgbClr val="FFFFFF"/>
          </a:lnRef>
          <a:fillRef idx="0">
            <a:srgbClr val="FFFFFF"/>
          </a:fillRef>
          <a:effectRef idx="0">
            <a:srgbClr val="FFFFFF"/>
          </a:effectRef>
          <a:fontRef idx="minor"/>
        </p:style>
        <p:txBody>
          <a:bodyPr lIns="90000" tIns="45000" rIns="90000" bIns="45000" anchor="ctr">
            <a:noAutofit/>
          </a:bodyPr>
          <a:lstStyle/>
          <a:p>
            <a:pPr algn="ctr" defTabSz="457200">
              <a:lnSpc>
                <a:spcPct val="100000"/>
              </a:lnSpc>
              <a:tabLst>
                <a:tab pos="0" algn="l"/>
              </a:tabLst>
            </a:pPr>
            <a:r>
              <a:rPr lang="en-US" sz="1800" b="0" strike="noStrike" spc="-1" dirty="0">
                <a:solidFill>
                  <a:srgbClr val="953735"/>
                </a:solidFill>
                <a:latin typeface="Calibri" panose="020F0502020204030204"/>
                <a:ea typeface="MS PGothic" panose="020B0600070205080204" charset="-128"/>
              </a:rPr>
              <a:t>                                                                                                                                                                                                                    </a:t>
            </a:r>
            <a:r>
              <a:rPr lang="en-US" sz="1800" b="0" strike="noStrike" spc="-1" dirty="0">
                <a:solidFill>
                  <a:schemeClr val="bg1"/>
                </a:solidFill>
                <a:latin typeface="Calibri" panose="020F0502020204030204"/>
                <a:ea typeface="MS PGothic" panose="020B0600070205080204" charset="-128"/>
              </a:rPr>
              <a:t> 5</a:t>
            </a:r>
            <a:endParaRPr lang="en-US" sz="1800" b="0" strike="noStrike" spc="-1" dirty="0">
              <a:solidFill>
                <a:schemeClr val="bg1"/>
              </a:solidFill>
              <a:latin typeface="Calibri" panose="020F0502020204030204"/>
              <a:ea typeface="MS PGothic" panose="020B060007020508020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9"/>
          <p:cNvSpPr/>
          <p:nvPr/>
        </p:nvSpPr>
        <p:spPr>
          <a:xfrm>
            <a:off x="0" y="6354720"/>
            <a:ext cx="12191400" cy="502560"/>
          </a:xfrm>
          <a:prstGeom prst="rect">
            <a:avLst/>
          </a:prstGeom>
          <a:solidFill>
            <a:srgbClr val="0070C0"/>
          </a:solidFill>
          <a:ln w="9525">
            <a:noFill/>
          </a:ln>
          <a:effectLst>
            <a:outerShdw dist="23040" dir="5400000" rotWithShape="0">
              <a:srgbClr val="808080">
                <a:alpha val="35000"/>
              </a:srgbClr>
            </a:outerShdw>
          </a:effectLst>
        </p:spPr>
        <p:style>
          <a:lnRef idx="0">
            <a:srgbClr val="FFFFFF"/>
          </a:lnRef>
          <a:fillRef idx="0">
            <a:srgbClr val="FFFFFF"/>
          </a:fillRef>
          <a:effectRef idx="0">
            <a:srgbClr val="FFFFFF"/>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953735"/>
              </a:solidFill>
              <a:latin typeface="Calibri" panose="020F0502020204030204"/>
              <a:ea typeface="MS PGothic" panose="020B0600070205080204" charset="-128"/>
            </a:endParaRPr>
          </a:p>
        </p:txBody>
      </p:sp>
      <p:sp>
        <p:nvSpPr>
          <p:cNvPr id="91" name="PlaceHolder 1"/>
          <p:cNvSpPr>
            <a:spLocks noGrp="1"/>
          </p:cNvSpPr>
          <p:nvPr>
            <p:ph type="title"/>
          </p:nvPr>
        </p:nvSpPr>
        <p:spPr>
          <a:xfrm>
            <a:off x="-539750" y="228600"/>
            <a:ext cx="10972165" cy="734060"/>
          </a:xfrm>
          <a:prstGeom prst="rect">
            <a:avLst/>
          </a:prstGeom>
          <a:noFill/>
          <a:ln w="9360">
            <a:noFill/>
          </a:ln>
        </p:spPr>
        <p:txBody>
          <a:bodyPr lIns="91440" tIns="45720" rIns="91440" bIns="45720" numCol="1" spcCol="0" anchor="ctr">
            <a:noAutofit/>
          </a:bodyPr>
          <a:lstStyle/>
          <a:p>
            <a:pPr indent="0" algn="ctr" defTabSz="457200">
              <a:lnSpc>
                <a:spcPct val="100000"/>
              </a:lnSpc>
              <a:buNone/>
              <a:tabLst>
                <a:tab pos="0" algn="l"/>
              </a:tabLst>
            </a:pPr>
            <a:r>
              <a:rPr lang="en-US" sz="2800" b="1" strike="noStrike" spc="-1" dirty="0">
                <a:solidFill>
                  <a:schemeClr val="tx2"/>
                </a:solidFill>
                <a:latin typeface="Times New Roman" panose="02020603050405020304"/>
                <a:ea typeface="MS PGothic" panose="020B0600070205080204" charset="-128"/>
              </a:rPr>
              <a:t>RESEARCH  AND REFERENCES</a:t>
            </a:r>
            <a:endParaRPr lang="en-IN" sz="2800" b="0" strike="noStrike" spc="-1" dirty="0">
              <a:solidFill>
                <a:schemeClr val="tx2"/>
              </a:solidFill>
              <a:latin typeface="Arial" panose="020B0604020202020204"/>
            </a:endParaRPr>
          </a:p>
        </p:txBody>
      </p:sp>
      <p:sp>
        <p:nvSpPr>
          <p:cNvPr id="92" name="TextBox 8"/>
          <p:cNvSpPr/>
          <p:nvPr/>
        </p:nvSpPr>
        <p:spPr>
          <a:xfrm>
            <a:off x="479425" y="1142365"/>
            <a:ext cx="11102975" cy="5125085"/>
          </a:xfrm>
          <a:prstGeom prst="rect">
            <a:avLst/>
          </a:prstGeom>
          <a:noFill/>
          <a:ln w="9525">
            <a:noFill/>
          </a:ln>
        </p:spPr>
        <p:style>
          <a:lnRef idx="0">
            <a:srgbClr val="FFFFFF"/>
          </a:lnRef>
          <a:fillRef idx="0">
            <a:srgbClr val="FFFFFF"/>
          </a:fillRef>
          <a:effectRef idx="0">
            <a:srgbClr val="FFFFFF"/>
          </a:effectRef>
          <a:fontRef idx="minor"/>
        </p:style>
        <p:txBody>
          <a:bodyPr lIns="90000" tIns="45000" rIns="90000" bIns="45000" anchor="t">
            <a:noAutofit/>
          </a:bodyPr>
          <a:lstStyle/>
          <a:p>
            <a:pPr marL="0" lvl="1" indent="-342900" algn="just" defTabSz="457200">
              <a:lnSpc>
                <a:spcPct val="200000"/>
              </a:lnSpc>
              <a:buClr>
                <a:srgbClr val="000000"/>
              </a:buClr>
              <a:buFont typeface="Arial" panose="020B0604020202020204"/>
              <a:buChar char="•"/>
            </a:pPr>
            <a:r>
              <a:rPr lang="en-US" altLang="en-US" sz="1400" b="1" strike="noStrike" spc="-1">
                <a:solidFill>
                  <a:schemeClr val="tx1"/>
                </a:solidFill>
                <a:latin typeface="Times New Roman" panose="02020603050405020304" pitchFamily="18" charset="0"/>
                <a:cs typeface="Times New Roman" panose="02020603050405020304" pitchFamily="18" charset="0"/>
              </a:rPr>
              <a:t>Artificial Intelligence based water Management System</a:t>
            </a: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1200150" lvl="2" indent="-285750" algn="l" defTabSz="457200">
              <a:lnSpc>
                <a:spcPct val="150000"/>
              </a:lnSpc>
              <a:buClr>
                <a:srgbClr val="000000"/>
              </a:buClr>
              <a:buFont typeface="Wingdings" panose="05000000000000000000" charset="0"/>
              <a:buChar char="Ø"/>
            </a:pPr>
            <a:r>
              <a:rPr lang="en-US" altLang="en-US" sz="1400" b="1" strike="noStrike" spc="-1">
                <a:solidFill>
                  <a:schemeClr val="tx1"/>
                </a:solidFill>
                <a:latin typeface="Times New Roman" panose="02020603050405020304" pitchFamily="18" charset="0"/>
                <a:cs typeface="Times New Roman" panose="02020603050405020304" pitchFamily="18" charset="0"/>
              </a:rPr>
              <a:t>Source: IEEE Xplore </a:t>
            </a:r>
            <a:r>
              <a:rPr lang="en-US" altLang="en-US" sz="1400" b="1" strike="noStrike" spc="-1">
                <a:solidFill>
                  <a:schemeClr val="tx2">
                    <a:lumMod val="60000"/>
                    <a:lumOff val="40000"/>
                  </a:schemeClr>
                </a:solidFill>
                <a:latin typeface="Times New Roman" panose="02020603050405020304" pitchFamily="18" charset="0"/>
                <a:cs typeface="Times New Roman" panose="02020603050405020304" pitchFamily="18" charset="0"/>
              </a:rPr>
              <a:t>https://ieeexplore.ieee.org/document/10039523</a:t>
            </a:r>
            <a:endParaRPr lang="en-US" altLang="en-US" sz="1400" b="1" strike="noStrike" spc="-1">
              <a:solidFill>
                <a:schemeClr val="tx2">
                  <a:lumMod val="60000"/>
                  <a:lumOff val="40000"/>
                </a:schemeClr>
              </a:solidFill>
              <a:latin typeface="Times New Roman" panose="02020603050405020304" pitchFamily="18" charset="0"/>
              <a:cs typeface="Times New Roman" panose="02020603050405020304" pitchFamily="18" charset="0"/>
            </a:endParaRPr>
          </a:p>
          <a:p>
            <a:pPr marL="1200150" lvl="2" indent="-285750" algn="l" defTabSz="457200">
              <a:lnSpc>
                <a:spcPct val="150000"/>
              </a:lnSpc>
              <a:buClr>
                <a:srgbClr val="000000"/>
              </a:buClr>
              <a:buFont typeface="Wingdings" panose="05000000000000000000" charset="0"/>
              <a:buChar char="Ø"/>
            </a:pPr>
            <a:r>
              <a:rPr lang="en-US" altLang="en-US" sz="1400" b="1" strike="noStrike" spc="-1">
                <a:solidFill>
                  <a:schemeClr val="tx1"/>
                </a:solidFill>
                <a:latin typeface="Times New Roman" panose="02020603050405020304" pitchFamily="18" charset="0"/>
                <a:cs typeface="Times New Roman" panose="02020603050405020304" pitchFamily="18" charset="0"/>
              </a:rPr>
              <a:t> The system will provide a platform for water users and water managers to access information, solve problems and make informed decisions for water resource management. </a:t>
            </a: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800100" lvl="1" indent="-342900" algn="l" defTabSz="457200">
              <a:lnSpc>
                <a:spcPct val="150000"/>
              </a:lnSpc>
              <a:buClr>
                <a:srgbClr val="000000"/>
              </a:buClr>
              <a:buFont typeface="Arial" panose="020B0604020202020204"/>
              <a:buChar char="•"/>
            </a:pP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285750" lvl="0" indent="-285750" algn="l" defTabSz="457200">
              <a:lnSpc>
                <a:spcPct val="150000"/>
              </a:lnSpc>
              <a:buClr>
                <a:srgbClr val="000000"/>
              </a:buClr>
              <a:buFont typeface="Arial" panose="020B0604020202020204" pitchFamily="34" charset="0"/>
              <a:buChar char="•"/>
            </a:pPr>
            <a:r>
              <a:rPr lang="en-US" altLang="en-US" sz="1400" b="1" strike="noStrike" spc="-1">
                <a:solidFill>
                  <a:schemeClr val="tx1"/>
                </a:solidFill>
                <a:latin typeface="Times New Roman" panose="02020603050405020304" pitchFamily="18" charset="0"/>
                <a:cs typeface="Times New Roman" panose="02020603050405020304" pitchFamily="18" charset="0"/>
              </a:rPr>
              <a:t>IoT Based Smart Automatic Water Management System with RF Communication and Remote Monitoring</a:t>
            </a: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1200150" lvl="2" indent="-285750" algn="l" defTabSz="457200">
              <a:lnSpc>
                <a:spcPct val="150000"/>
              </a:lnSpc>
              <a:buClr>
                <a:srgbClr val="000000"/>
              </a:buClr>
              <a:buFont typeface="Wingdings" panose="05000000000000000000" charset="0"/>
              <a:buChar char="Ø"/>
            </a:pPr>
            <a:r>
              <a:rPr lang="en-US" altLang="en-US" sz="1400" b="1" spc="-1">
                <a:latin typeface="Times New Roman" panose="02020603050405020304" pitchFamily="18" charset="0"/>
                <a:cs typeface="Times New Roman" panose="02020603050405020304" pitchFamily="18" charset="0"/>
                <a:sym typeface="+mn-ea"/>
              </a:rPr>
              <a:t>Source: IEEE Xplore </a:t>
            </a:r>
            <a:r>
              <a:rPr lang="en-IN" altLang="en-US" sz="1400" b="1" spc="-1">
                <a:latin typeface="Times New Roman" panose="02020603050405020304" pitchFamily="18" charset="0"/>
                <a:cs typeface="Times New Roman" panose="02020603050405020304" pitchFamily="18" charset="0"/>
                <a:sym typeface="+mn-ea"/>
              </a:rPr>
              <a:t> : </a:t>
            </a:r>
            <a:r>
              <a:rPr lang="en-US" altLang="en-US" sz="1400" b="1" strike="noStrike" spc="-1">
                <a:solidFill>
                  <a:schemeClr val="tx2">
                    <a:lumMod val="60000"/>
                    <a:lumOff val="40000"/>
                  </a:schemeClr>
                </a:solidFill>
                <a:latin typeface="Times New Roman" panose="02020603050405020304" pitchFamily="18" charset="0"/>
                <a:cs typeface="Times New Roman" panose="02020603050405020304" pitchFamily="18" charset="0"/>
              </a:rPr>
              <a:t>https://ieeexplore.ieee.org/document/9775927</a:t>
            </a:r>
            <a:endParaRPr lang="en-US" altLang="en-US" sz="1400" b="1" strike="noStrike" spc="-1">
              <a:solidFill>
                <a:schemeClr val="tx2">
                  <a:lumMod val="60000"/>
                  <a:lumOff val="40000"/>
                </a:schemeClr>
              </a:solidFill>
              <a:latin typeface="Times New Roman" panose="02020603050405020304" pitchFamily="18" charset="0"/>
              <a:cs typeface="Times New Roman" panose="02020603050405020304" pitchFamily="18" charset="0"/>
            </a:endParaRPr>
          </a:p>
          <a:p>
            <a:pPr marL="1200150" lvl="2" indent="-285750" algn="l" defTabSz="457200">
              <a:lnSpc>
                <a:spcPct val="150000"/>
              </a:lnSpc>
              <a:buClr>
                <a:srgbClr val="000000"/>
              </a:buClr>
              <a:buFont typeface="Wingdings" panose="05000000000000000000" charset="0"/>
              <a:buChar char="Ø"/>
            </a:pPr>
            <a:r>
              <a:rPr lang="en-US" altLang="en-US" sz="1400" b="1" strike="noStrike" spc="-1">
                <a:solidFill>
                  <a:schemeClr val="tx1"/>
                </a:solidFill>
                <a:latin typeface="Times New Roman" panose="02020603050405020304" pitchFamily="18" charset="0"/>
                <a:cs typeface="Times New Roman" panose="02020603050405020304" pitchFamily="18" charset="0"/>
              </a:rPr>
              <a:t>In this research, the level of water in the reserve tank and roof tank is monitored, and at the same time, the water pump is also controlled automatically depending on the current water level using an ultrasonic sensor and water level sensor. </a:t>
            </a: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lvl="1" indent="0" algn="l" defTabSz="457200">
              <a:lnSpc>
                <a:spcPct val="150000"/>
              </a:lnSpc>
              <a:buClr>
                <a:srgbClr val="000000"/>
              </a:buClr>
              <a:buFont typeface="Arial" panose="020B0604020202020204"/>
              <a:buNone/>
            </a:pP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285750" lvl="0" indent="-285750" algn="l" defTabSz="457200">
              <a:lnSpc>
                <a:spcPct val="150000"/>
              </a:lnSpc>
              <a:buClr>
                <a:srgbClr val="000000"/>
              </a:buClr>
              <a:buFont typeface="Arial" panose="020B0604020202020204" pitchFamily="34" charset="0"/>
              <a:buChar char="•"/>
            </a:pPr>
            <a:r>
              <a:rPr lang="en-US" altLang="en-US" sz="1400" b="1" strike="noStrike" spc="-1">
                <a:solidFill>
                  <a:schemeClr val="tx1"/>
                </a:solidFill>
                <a:latin typeface="Times New Roman" panose="02020603050405020304" pitchFamily="18" charset="0"/>
                <a:cs typeface="Times New Roman" panose="02020603050405020304" pitchFamily="18" charset="0"/>
              </a:rPr>
              <a:t>ICT Smart Water Management System for Real-Time Applications</a:t>
            </a: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1200150" lvl="2" indent="-285750" algn="l" defTabSz="457200">
              <a:lnSpc>
                <a:spcPct val="150000"/>
              </a:lnSpc>
              <a:buClr>
                <a:srgbClr val="000000"/>
              </a:buClr>
              <a:buFont typeface="Wingdings" panose="05000000000000000000" charset="0"/>
              <a:buChar char="Ø"/>
            </a:pPr>
            <a:r>
              <a:rPr lang="en-US" altLang="en-US" sz="1400" b="1" spc="-1">
                <a:latin typeface="Times New Roman" panose="02020603050405020304" pitchFamily="18" charset="0"/>
                <a:cs typeface="Times New Roman" panose="02020603050405020304" pitchFamily="18" charset="0"/>
                <a:sym typeface="+mn-ea"/>
              </a:rPr>
              <a:t>Source: IEEE Xplore </a:t>
            </a:r>
            <a:r>
              <a:rPr lang="en-IN" altLang="en-US" sz="1400" b="1" spc="-1">
                <a:latin typeface="Times New Roman" panose="02020603050405020304" pitchFamily="18" charset="0"/>
                <a:cs typeface="Times New Roman" panose="02020603050405020304" pitchFamily="18" charset="0"/>
                <a:sym typeface="+mn-ea"/>
              </a:rPr>
              <a:t> :</a:t>
            </a:r>
            <a:r>
              <a:rPr lang="en-US" altLang="en-US" sz="1400" b="1" strike="noStrike" spc="-1">
                <a:solidFill>
                  <a:schemeClr val="tx2">
                    <a:lumMod val="60000"/>
                    <a:lumOff val="40000"/>
                  </a:schemeClr>
                </a:solidFill>
                <a:latin typeface="Times New Roman" panose="02020603050405020304" pitchFamily="18" charset="0"/>
                <a:cs typeface="Times New Roman" panose="02020603050405020304" pitchFamily="18" charset="0"/>
              </a:rPr>
              <a:t> https://ieeexplore.ieee.org/document/9837570</a:t>
            </a:r>
            <a:endParaRPr lang="en-US" altLang="en-US" sz="1400" b="1" strike="noStrike" spc="-1">
              <a:solidFill>
                <a:schemeClr val="tx2">
                  <a:lumMod val="60000"/>
                  <a:lumOff val="40000"/>
                </a:schemeClr>
              </a:solidFill>
              <a:latin typeface="Times New Roman" panose="02020603050405020304" pitchFamily="18" charset="0"/>
              <a:cs typeface="Times New Roman" panose="02020603050405020304" pitchFamily="18" charset="0"/>
            </a:endParaRPr>
          </a:p>
          <a:p>
            <a:pPr marL="1200150" lvl="2" indent="-285750" algn="l" defTabSz="457200">
              <a:lnSpc>
                <a:spcPct val="150000"/>
              </a:lnSpc>
              <a:buClr>
                <a:srgbClr val="000000"/>
              </a:buClr>
              <a:buFont typeface="Wingdings" panose="05000000000000000000" charset="0"/>
              <a:buChar char="Ø"/>
            </a:pPr>
            <a:r>
              <a:rPr lang="en-US" altLang="en-US" sz="1400" b="1" strike="noStrike" spc="-1">
                <a:solidFill>
                  <a:schemeClr val="tx1"/>
                </a:solidFill>
                <a:latin typeface="Times New Roman" panose="02020603050405020304" pitchFamily="18" charset="0"/>
                <a:cs typeface="Times New Roman" panose="02020603050405020304" pitchFamily="18" charset="0"/>
              </a:rPr>
              <a:t>The proposed application consists of various sensors used to measure water quality parameters. These parameters such as pH, Total Dissolved Solids (TDS), Ammonium (NH4), Sodium (Na), and Chloride (CL). The Arduino Mega is used as the micro-controller and Wi-Fi model to transfer the data from and to the database uploaded into the cloud.</a:t>
            </a:r>
            <a:endParaRPr lang="en-US" altLang="en-US" sz="1400" b="1" strike="noStrike" spc="-1">
              <a:solidFill>
                <a:schemeClr val="tx1"/>
              </a:solidFill>
              <a:latin typeface="Times New Roman" panose="02020603050405020304" pitchFamily="18" charset="0"/>
              <a:cs typeface="Times New Roman" panose="02020603050405020304" pitchFamily="18" charset="0"/>
            </a:endParaRPr>
          </a:p>
          <a:p>
            <a:pPr marL="742950" lvl="1" indent="-285750" algn="l" defTabSz="457200">
              <a:lnSpc>
                <a:spcPct val="150000"/>
              </a:lnSpc>
              <a:buClr>
                <a:srgbClr val="000000"/>
              </a:buClr>
              <a:buFont typeface="Wingdings" panose="05000000000000000000" charset="0"/>
              <a:buChar char="Ø"/>
            </a:pPr>
            <a:endParaRPr lang="en-US" altLang="en-US" sz="1400" b="1" strike="noStrike" spc="-1">
              <a:solidFill>
                <a:schemeClr val="tx1"/>
              </a:solidFill>
              <a:latin typeface="Times New Roman" panose="02020603050405020304" pitchFamily="18" charset="0"/>
              <a:cs typeface="Times New Roman" panose="02020603050405020304" pitchFamily="18" charset="0"/>
            </a:endParaRPr>
          </a:p>
        </p:txBody>
      </p:sp>
      <p:sp>
        <p:nvSpPr>
          <p:cNvPr id="93" name="PlaceHolder 2"/>
          <p:cNvSpPr>
            <a:spLocks noGrp="1"/>
          </p:cNvSpPr>
          <p:nvPr>
            <p:ph type="sldNum" idx="41"/>
          </p:nvPr>
        </p:nvSpPr>
        <p:spPr>
          <a:xfrm>
            <a:off x="8737560" y="6356520"/>
            <a:ext cx="2844000" cy="364320"/>
          </a:xfrm>
          <a:prstGeom prst="rect">
            <a:avLst/>
          </a:prstGeom>
          <a:noFill/>
          <a:ln w="0">
            <a:noFill/>
          </a:ln>
        </p:spPr>
        <p:txBody>
          <a:bodyPr lIns="91440" tIns="45720" rIns="91440" bIns="45720" numCol="1" spcCol="0" anchor="ctr">
            <a:noAutofit/>
          </a:bodyPr>
          <a:lstStyle>
            <a:lvl1pPr indent="0" algn="r" defTabSz="457200">
              <a:lnSpc>
                <a:spcPct val="100000"/>
              </a:lnSpc>
              <a:buNone/>
              <a:tabLst>
                <a:tab pos="0" algn="l"/>
              </a:tabLst>
              <a:defRPr lang="en-US" sz="1200" b="1" strike="noStrike" spc="-1">
                <a:solidFill>
                  <a:srgbClr val="FFFFFF"/>
                </a:solidFill>
                <a:latin typeface="TradeGothic"/>
                <a:ea typeface="MS PGothic" panose="020B0600070205080204" charset="-128"/>
              </a:defRPr>
            </a:lvl1pPr>
          </a:lstStyle>
          <a:p>
            <a:pPr indent="0" algn="r" defTabSz="457200">
              <a:lnSpc>
                <a:spcPct val="100000"/>
              </a:lnSpc>
              <a:buNone/>
              <a:tabLst>
                <a:tab pos="0" algn="l"/>
              </a:tabLst>
            </a:pPr>
            <a:r>
              <a:rPr lang="en-IN" sz="1800" b="0" strike="noStrike" spc="-1" dirty="0">
                <a:solidFill>
                  <a:schemeClr val="bg1"/>
                </a:solidFill>
                <a:latin typeface="Arial" panose="020B0604020202020204" pitchFamily="34" charset="0"/>
                <a:cs typeface="Arial" panose="020B0604020202020204" pitchFamily="34" charset="0"/>
              </a:rPr>
              <a:t>6</a:t>
            </a:r>
            <a:endParaRPr lang="en-IN" sz="1800" b="0" strike="noStrike" spc="-1" dirty="0">
              <a:solidFill>
                <a:schemeClr val="bg1"/>
              </a:solidFill>
              <a:latin typeface="Arial" panose="020B0604020202020204" pitchFamily="34" charset="0"/>
              <a:cs typeface="Arial" panose="020B0604020202020204" pitchFamily="34" charset="0"/>
            </a:endParaRPr>
          </a:p>
        </p:txBody>
      </p:sp>
      <p:sp>
        <p:nvSpPr>
          <p:cNvPr id="94" name="Oval 8"/>
          <p:cNvSpPr/>
          <p:nvPr/>
        </p:nvSpPr>
        <p:spPr>
          <a:xfrm>
            <a:off x="262890" y="188595"/>
            <a:ext cx="1334135" cy="80645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457200">
              <a:lnSpc>
                <a:spcPct val="100000"/>
              </a:lnSpc>
            </a:pPr>
            <a:r>
              <a:rPr lang="en-IN" sz="1800" b="0" strike="noStrike" spc="-1" dirty="0">
                <a:solidFill>
                  <a:srgbClr val="000000"/>
                </a:solidFill>
                <a:latin typeface="Arial" panose="020B0604020202020204"/>
              </a:rPr>
              <a:t>FlowIQ</a:t>
            </a:r>
            <a:endParaRPr lang="en-IN" sz="1800" b="0" strike="noStrike" spc="-1" dirty="0">
              <a:solidFill>
                <a:srgbClr val="000000"/>
              </a:solidFill>
              <a:latin typeface="Arial" panose="020B0604020202020204"/>
            </a:endParaRPr>
          </a:p>
        </p:txBody>
      </p:sp>
      <p:pic>
        <p:nvPicPr>
          <p:cNvPr id="95" name="Picture 94"/>
          <p:cNvPicPr/>
          <p:nvPr/>
        </p:nvPicPr>
        <p:blipFill>
          <a:blip r:embed="rId1"/>
          <a:stretch>
            <a:fillRect/>
          </a:stretch>
        </p:blipFill>
        <p:spPr>
          <a:xfrm>
            <a:off x="10080360" y="144360"/>
            <a:ext cx="1877400" cy="581040"/>
          </a:xfrm>
          <a:prstGeom prst="rect">
            <a:avLst/>
          </a:prstGeom>
          <a:ln w="0">
            <a:noFill/>
          </a:ln>
        </p:spPr>
      </p:pic>
      <p:pic>
        <p:nvPicPr>
          <p:cNvPr id="96" name="Picture 95"/>
          <p:cNvPicPr/>
          <p:nvPr/>
        </p:nvPicPr>
        <p:blipFill>
          <a:blip r:embed="rId2"/>
          <a:stretch>
            <a:fillRect/>
          </a:stretch>
        </p:blipFill>
        <p:spPr>
          <a:xfrm>
            <a:off x="8280360" y="108360"/>
            <a:ext cx="1716120" cy="69732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5115</Words>
  <Application>WPS Presentation</Application>
  <PresentationFormat>Widescreen</PresentationFormat>
  <Paragraphs>229</Paragraphs>
  <Slides>6</Slides>
  <Notes>4</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6</vt:i4>
      </vt:variant>
    </vt:vector>
  </HeadingPairs>
  <TitlesOfParts>
    <vt:vector size="24" baseType="lpstr">
      <vt:lpstr>Arial</vt:lpstr>
      <vt:lpstr>SimSun</vt:lpstr>
      <vt:lpstr>Wingdings</vt:lpstr>
      <vt:lpstr>Arial</vt:lpstr>
      <vt:lpstr>TradeGothic</vt:lpstr>
      <vt:lpstr>Segoe Print</vt:lpstr>
      <vt:lpstr>Times New Roman</vt:lpstr>
      <vt:lpstr>MS PGothic</vt:lpstr>
      <vt:lpstr>Symbol</vt:lpstr>
      <vt:lpstr>Calibri</vt:lpstr>
      <vt:lpstr>Garamond</vt:lpstr>
      <vt:lpstr>Times New Roman</vt:lpstr>
      <vt:lpstr>Wingdings</vt:lpstr>
      <vt:lpstr>Calibri</vt:lpstr>
      <vt:lpstr>Microsoft YaHei</vt:lpstr>
      <vt:lpstr>Arial Unicode MS</vt:lpstr>
      <vt:lpstr>Office Theme</vt:lpstr>
      <vt:lpstr>Office Theme</vt:lpstr>
      <vt:lpstr>“SAMVED” HACKATHON 2026</vt:lpstr>
      <vt:lpstr>Smart Water Distribution System</vt:lpstr>
      <vt:lpstr>TECHNICAL APPROACH</vt:lpstr>
      <vt:lpstr>PowerPoint 演示文稿</vt:lpstr>
      <vt:lpstr>PowerPoint 演示文稿</vt:lpstr>
      <vt:lpstr>RESEARCH  AND REFERENCES</vt:lpstr>
    </vt:vector>
  </TitlesOfParts>
  <Company>Crowdfunder,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Snehal Wagavekar</cp:lastModifiedBy>
  <cp:revision>168</cp:revision>
  <dcterms:created xsi:type="dcterms:W3CDTF">2013-12-12T18:46:00Z</dcterms:created>
  <dcterms:modified xsi:type="dcterms:W3CDTF">2026-02-09T07:18:04Z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Widescreen</vt:lpwstr>
  </property>
  <property fmtid="{D5CDD505-2E9C-101B-9397-08002B2CF9AE}" pid="4" name="Slides">
    <vt:i4>7</vt:i4>
  </property>
  <property fmtid="{D5CDD505-2E9C-101B-9397-08002B2CF9AE}" pid="5" name="ICV">
    <vt:lpwstr>D36379B0104D423D93E5FEFD8349BFE1_12</vt:lpwstr>
  </property>
  <property fmtid="{D5CDD505-2E9C-101B-9397-08002B2CF9AE}" pid="6" name="KSOProductBuildVer">
    <vt:lpwstr>1033-12.2.0.23196</vt:lpwstr>
  </property>
</Properties>
</file>